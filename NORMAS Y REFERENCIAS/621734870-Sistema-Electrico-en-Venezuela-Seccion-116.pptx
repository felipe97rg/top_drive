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15" r:id="rId1"/>
  </p:sldMasterIdLst>
  <p:sldIdLst>
    <p:sldId id="260" r:id="rId2"/>
    <p:sldId id="263" r:id="rId3"/>
    <p:sldId id="259" r:id="rId4"/>
    <p:sldId id="262" r:id="rId5"/>
    <p:sldId id="264"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showGuides="1">
      <p:cViewPr varScale="1">
        <p:scale>
          <a:sx n="73" d="100"/>
          <a:sy n="73" d="100"/>
        </p:scale>
        <p:origin x="618" y="78"/>
      </p:cViewPr>
      <p:guideLst>
        <p:guide orient="horz" pos="2160"/>
        <p:guide pos="386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118E47E-377A-4D6F-8D5F-BE425B8A19CB}" type="doc">
      <dgm:prSet loTypeId="urn:microsoft.com/office/officeart/2005/8/layout/matrix1" loCatId="matrix" qsTypeId="urn:microsoft.com/office/officeart/2005/8/quickstyle/simple1" qsCatId="simple" csTypeId="urn:microsoft.com/office/officeart/2005/8/colors/accent1_2" csCatId="accent1" phldr="1"/>
      <dgm:spPr/>
      <dgm:t>
        <a:bodyPr/>
        <a:lstStyle/>
        <a:p>
          <a:endParaRPr lang="es-ES"/>
        </a:p>
      </dgm:t>
    </dgm:pt>
    <dgm:pt modelId="{C8827B49-C152-462D-8986-5A8CC1CB9EAE}">
      <dgm:prSet phldrT="[Texto]" custT="1"/>
      <dgm:spPr/>
      <dgm:t>
        <a:bodyPr/>
        <a:lstStyle/>
        <a:p>
          <a:r>
            <a:rPr lang="es-ES" sz="1800" dirty="0" smtClean="0">
              <a:latin typeface="Arial" panose="020B0604020202020204" pitchFamily="34" charset="0"/>
              <a:cs typeface="Arial" panose="020B0604020202020204" pitchFamily="34" charset="0"/>
            </a:rPr>
            <a:t>1999</a:t>
          </a:r>
          <a:endParaRPr lang="es-ES" sz="1800" dirty="0">
            <a:latin typeface="Arial" panose="020B0604020202020204" pitchFamily="34" charset="0"/>
            <a:cs typeface="Arial" panose="020B0604020202020204" pitchFamily="34" charset="0"/>
          </a:endParaRPr>
        </a:p>
      </dgm:t>
    </dgm:pt>
    <dgm:pt modelId="{16434DC2-9D68-48D2-AF1F-A588361C5773}" type="parTrans" cxnId="{8DFDC568-22CC-4365-BE76-CCF9A9119618}">
      <dgm:prSet/>
      <dgm:spPr/>
      <dgm:t>
        <a:bodyPr/>
        <a:lstStyle/>
        <a:p>
          <a:endParaRPr lang="es-ES"/>
        </a:p>
      </dgm:t>
    </dgm:pt>
    <dgm:pt modelId="{658AE688-A52C-4A6C-98AA-B89A6C899587}" type="sibTrans" cxnId="{8DFDC568-22CC-4365-BE76-CCF9A9119618}">
      <dgm:prSet/>
      <dgm:spPr/>
      <dgm:t>
        <a:bodyPr/>
        <a:lstStyle/>
        <a:p>
          <a:endParaRPr lang="es-ES"/>
        </a:p>
      </dgm:t>
    </dgm:pt>
    <dgm:pt modelId="{ACAD9C41-DFFC-4519-BEC0-CA7C8240DDBD}">
      <dgm:prSet phldrT="[Texto]" custT="1"/>
      <dgm:spPr/>
      <dgm:t>
        <a:bodyPr/>
        <a:lstStyle/>
        <a:p>
          <a:pPr algn="l"/>
          <a:r>
            <a:rPr lang="es-ES" sz="1200" b="1" u="sng" dirty="0" smtClean="0">
              <a:latin typeface="Arial" panose="020B0604020202020204" pitchFamily="34" charset="0"/>
              <a:cs typeface="Arial" panose="020B0604020202020204" pitchFamily="34" charset="0"/>
            </a:rPr>
            <a:t>GENERACION:</a:t>
          </a:r>
        </a:p>
        <a:p>
          <a:pPr algn="l"/>
          <a:r>
            <a:rPr lang="es-ES" sz="1200" dirty="0" smtClean="0">
              <a:latin typeface="Arial" panose="020B0604020202020204" pitchFamily="34" charset="0"/>
              <a:cs typeface="Arial" panose="020B0604020202020204" pitchFamily="34" charset="0"/>
            </a:rPr>
            <a:t>CADAFE</a:t>
          </a:r>
        </a:p>
        <a:p>
          <a:pPr algn="l"/>
          <a:r>
            <a:rPr lang="es-ES" sz="1200" dirty="0" smtClean="0">
              <a:latin typeface="Arial" panose="020B0604020202020204" pitchFamily="34" charset="0"/>
              <a:cs typeface="Arial" panose="020B0604020202020204" pitchFamily="34" charset="0"/>
            </a:rPr>
            <a:t>EDELCA</a:t>
          </a:r>
        </a:p>
        <a:p>
          <a:pPr algn="l"/>
          <a:r>
            <a:rPr lang="es-ES" sz="1200" dirty="0" smtClean="0">
              <a:latin typeface="Arial" panose="020B0604020202020204" pitchFamily="34" charset="0"/>
              <a:cs typeface="Arial" panose="020B0604020202020204" pitchFamily="34" charset="0"/>
            </a:rPr>
            <a:t>ENELBAR</a:t>
          </a:r>
        </a:p>
        <a:p>
          <a:pPr algn="l"/>
          <a:r>
            <a:rPr lang="es-ES" sz="1200" dirty="0" smtClean="0">
              <a:latin typeface="Arial" panose="020B0604020202020204" pitchFamily="34" charset="0"/>
              <a:cs typeface="Arial" panose="020B0604020202020204" pitchFamily="34" charset="0"/>
            </a:rPr>
            <a:t>ELEVEN</a:t>
          </a:r>
        </a:p>
        <a:p>
          <a:pPr algn="l"/>
          <a:r>
            <a:rPr lang="es-ES" sz="1200" dirty="0" smtClean="0">
              <a:latin typeface="Arial" panose="020B0604020202020204" pitchFamily="34" charset="0"/>
              <a:cs typeface="Arial" panose="020B0604020202020204" pitchFamily="34" charset="0"/>
            </a:rPr>
            <a:t>PDVSA</a:t>
          </a:r>
        </a:p>
      </dgm:t>
    </dgm:pt>
    <dgm:pt modelId="{1097201F-E99C-48A1-911F-D6E1E8CD41B8}" type="parTrans" cxnId="{16552D61-2E6F-48AD-A3EE-DA48237F9370}">
      <dgm:prSet/>
      <dgm:spPr/>
      <dgm:t>
        <a:bodyPr/>
        <a:lstStyle/>
        <a:p>
          <a:endParaRPr lang="es-ES"/>
        </a:p>
      </dgm:t>
    </dgm:pt>
    <dgm:pt modelId="{209AA023-7DC7-452A-A1C1-280B7CDDE024}" type="sibTrans" cxnId="{16552D61-2E6F-48AD-A3EE-DA48237F9370}">
      <dgm:prSet/>
      <dgm:spPr/>
      <dgm:t>
        <a:bodyPr/>
        <a:lstStyle/>
        <a:p>
          <a:endParaRPr lang="es-ES"/>
        </a:p>
      </dgm:t>
    </dgm:pt>
    <dgm:pt modelId="{26AA1865-9D99-42BF-A4B8-0CE3F58ADE48}">
      <dgm:prSet phldrT="[Texto]" custT="1"/>
      <dgm:spPr/>
      <dgm:t>
        <a:bodyPr/>
        <a:lstStyle/>
        <a:p>
          <a:pPr algn="l"/>
          <a:r>
            <a:rPr lang="es-ES" sz="1200" b="1" u="sng" dirty="0" smtClean="0">
              <a:latin typeface="Arial" panose="020B0604020202020204" pitchFamily="34" charset="0"/>
              <a:cs typeface="Arial" panose="020B0604020202020204" pitchFamily="34" charset="0"/>
            </a:rPr>
            <a:t>TRANSFORMACION:</a:t>
          </a:r>
        </a:p>
        <a:p>
          <a:pPr algn="l"/>
          <a:r>
            <a:rPr lang="es-ES" sz="1200" dirty="0" smtClean="0">
              <a:latin typeface="Arial" panose="020B0604020202020204" pitchFamily="34" charset="0"/>
              <a:cs typeface="Arial" panose="020B0604020202020204" pitchFamily="34" charset="0"/>
            </a:rPr>
            <a:t>CADAFE</a:t>
          </a:r>
        </a:p>
        <a:p>
          <a:pPr algn="l"/>
          <a:r>
            <a:rPr lang="es-ES" sz="1200" dirty="0" smtClean="0">
              <a:latin typeface="Arial" panose="020B0604020202020204" pitchFamily="34" charset="0"/>
              <a:cs typeface="Arial" panose="020B0604020202020204" pitchFamily="34" charset="0"/>
            </a:rPr>
            <a:t>EDELCA</a:t>
          </a:r>
        </a:p>
        <a:p>
          <a:pPr algn="l"/>
          <a:r>
            <a:rPr lang="es-ES" sz="1200" dirty="0" smtClean="0">
              <a:latin typeface="Arial" panose="020B0604020202020204" pitchFamily="34" charset="0"/>
              <a:cs typeface="Arial" panose="020B0604020202020204" pitchFamily="34" charset="0"/>
            </a:rPr>
            <a:t>ENELVE</a:t>
          </a:r>
        </a:p>
        <a:p>
          <a:pPr algn="l"/>
          <a:endParaRPr lang="es-ES" sz="1200" dirty="0" smtClean="0">
            <a:latin typeface="Arial" panose="020B0604020202020204" pitchFamily="34" charset="0"/>
            <a:cs typeface="Arial" panose="020B0604020202020204" pitchFamily="34" charset="0"/>
          </a:endParaRPr>
        </a:p>
        <a:p>
          <a:pPr algn="l"/>
          <a:endParaRPr lang="es-ES" sz="1200" dirty="0" smtClean="0">
            <a:latin typeface="Arial" panose="020B0604020202020204" pitchFamily="34" charset="0"/>
            <a:cs typeface="Arial" panose="020B0604020202020204" pitchFamily="34" charset="0"/>
          </a:endParaRPr>
        </a:p>
      </dgm:t>
    </dgm:pt>
    <dgm:pt modelId="{C9B07F15-D942-43D4-AA42-C32DDE2DE0D1}" type="parTrans" cxnId="{0D2CAEA7-C2E2-48B4-BAB4-198DD02766C3}">
      <dgm:prSet/>
      <dgm:spPr/>
      <dgm:t>
        <a:bodyPr/>
        <a:lstStyle/>
        <a:p>
          <a:endParaRPr lang="es-ES"/>
        </a:p>
      </dgm:t>
    </dgm:pt>
    <dgm:pt modelId="{353099BD-AA88-4B93-AAA0-C195608AC831}" type="sibTrans" cxnId="{0D2CAEA7-C2E2-48B4-BAB4-198DD02766C3}">
      <dgm:prSet/>
      <dgm:spPr/>
      <dgm:t>
        <a:bodyPr/>
        <a:lstStyle/>
        <a:p>
          <a:endParaRPr lang="es-ES"/>
        </a:p>
      </dgm:t>
    </dgm:pt>
    <dgm:pt modelId="{C72FF9A5-5F10-4DDE-8A01-6DC38E5B438E}">
      <dgm:prSet phldrT="[Texto]" phldr="1"/>
      <dgm:spPr/>
      <dgm:t>
        <a:bodyPr/>
        <a:lstStyle/>
        <a:p>
          <a:endParaRPr lang="es-ES" dirty="0"/>
        </a:p>
      </dgm:t>
    </dgm:pt>
    <dgm:pt modelId="{E0AB4ED0-1617-4508-8240-AE33BAB96A2F}" type="parTrans" cxnId="{3FC396AA-A059-41EF-B04B-2E5A14FA9AC8}">
      <dgm:prSet/>
      <dgm:spPr/>
      <dgm:t>
        <a:bodyPr/>
        <a:lstStyle/>
        <a:p>
          <a:endParaRPr lang="es-ES"/>
        </a:p>
      </dgm:t>
    </dgm:pt>
    <dgm:pt modelId="{88E86D82-A71D-4DE3-A772-E73694F59678}" type="sibTrans" cxnId="{3FC396AA-A059-41EF-B04B-2E5A14FA9AC8}">
      <dgm:prSet/>
      <dgm:spPr/>
      <dgm:t>
        <a:bodyPr/>
        <a:lstStyle/>
        <a:p>
          <a:endParaRPr lang="es-ES"/>
        </a:p>
      </dgm:t>
    </dgm:pt>
    <dgm:pt modelId="{D35D9655-89D7-4B41-B4C5-843D092AB5F2}">
      <dgm:prSet phldrT="[Texto]" phldr="1"/>
      <dgm:spPr/>
      <dgm:t>
        <a:bodyPr/>
        <a:lstStyle/>
        <a:p>
          <a:endParaRPr lang="es-ES"/>
        </a:p>
      </dgm:t>
    </dgm:pt>
    <dgm:pt modelId="{B5EC8EB0-9D3C-4D50-9598-E76B92AB4954}" type="parTrans" cxnId="{7EBC15C3-45B8-4DE2-9C48-53F7BACAB098}">
      <dgm:prSet/>
      <dgm:spPr/>
      <dgm:t>
        <a:bodyPr/>
        <a:lstStyle/>
        <a:p>
          <a:endParaRPr lang="es-ES"/>
        </a:p>
      </dgm:t>
    </dgm:pt>
    <dgm:pt modelId="{9AD72E63-814F-449C-879B-23CE064BDBE6}" type="sibTrans" cxnId="{7EBC15C3-45B8-4DE2-9C48-53F7BACAB098}">
      <dgm:prSet/>
      <dgm:spPr/>
      <dgm:t>
        <a:bodyPr/>
        <a:lstStyle/>
        <a:p>
          <a:endParaRPr lang="es-ES"/>
        </a:p>
      </dgm:t>
    </dgm:pt>
    <dgm:pt modelId="{400A1E74-5637-4BA8-9C89-4472DBB93BD0}">
      <dgm:prSet/>
      <dgm:spPr/>
      <dgm:t>
        <a:bodyPr/>
        <a:lstStyle/>
        <a:p>
          <a:endParaRPr lang="es-ES"/>
        </a:p>
      </dgm:t>
    </dgm:pt>
    <dgm:pt modelId="{E77E524C-8E00-4F43-BD88-CC6160C58BAF}" type="parTrans" cxnId="{42F84A54-1A7E-4F20-904F-7EFE2DDDB6AF}">
      <dgm:prSet/>
      <dgm:spPr/>
      <dgm:t>
        <a:bodyPr/>
        <a:lstStyle/>
        <a:p>
          <a:endParaRPr lang="es-ES"/>
        </a:p>
      </dgm:t>
    </dgm:pt>
    <dgm:pt modelId="{8DF68789-020E-46B8-8320-ABAFD7E4F12D}" type="sibTrans" cxnId="{42F84A54-1A7E-4F20-904F-7EFE2DDDB6AF}">
      <dgm:prSet/>
      <dgm:spPr/>
      <dgm:t>
        <a:bodyPr/>
        <a:lstStyle/>
        <a:p>
          <a:endParaRPr lang="es-ES"/>
        </a:p>
      </dgm:t>
    </dgm:pt>
    <dgm:pt modelId="{C5330AAD-A7E5-41C3-88C5-D0A7F803E589}">
      <dgm:prSet/>
      <dgm:spPr/>
      <dgm:t>
        <a:bodyPr/>
        <a:lstStyle/>
        <a:p>
          <a:endParaRPr lang="es-ES"/>
        </a:p>
      </dgm:t>
    </dgm:pt>
    <dgm:pt modelId="{194A0832-602E-483A-9068-518EE7155DBF}" type="parTrans" cxnId="{C2C1003D-4BD4-472E-A201-486FF4E237DF}">
      <dgm:prSet/>
      <dgm:spPr/>
      <dgm:t>
        <a:bodyPr/>
        <a:lstStyle/>
        <a:p>
          <a:endParaRPr lang="es-ES"/>
        </a:p>
      </dgm:t>
    </dgm:pt>
    <dgm:pt modelId="{568B97C9-5F3F-48D9-A71D-07BFEBCB17DA}" type="sibTrans" cxnId="{C2C1003D-4BD4-472E-A201-486FF4E237DF}">
      <dgm:prSet/>
      <dgm:spPr/>
      <dgm:t>
        <a:bodyPr/>
        <a:lstStyle/>
        <a:p>
          <a:endParaRPr lang="es-ES"/>
        </a:p>
      </dgm:t>
    </dgm:pt>
    <dgm:pt modelId="{5737C09B-11C2-4036-A601-1536C679F39A}">
      <dgm:prSet custT="1"/>
      <dgm:spPr/>
      <dgm:t>
        <a:bodyPr/>
        <a:lstStyle/>
        <a:p>
          <a:endParaRPr lang="es-ES"/>
        </a:p>
      </dgm:t>
    </dgm:pt>
    <dgm:pt modelId="{293A2C9D-0AC8-45C4-8D1B-3E05D66F1E1A}" type="parTrans" cxnId="{CEF5C63A-B361-41C0-9913-C53A5BAA5F38}">
      <dgm:prSet/>
      <dgm:spPr/>
      <dgm:t>
        <a:bodyPr/>
        <a:lstStyle/>
        <a:p>
          <a:endParaRPr lang="es-ES"/>
        </a:p>
      </dgm:t>
    </dgm:pt>
    <dgm:pt modelId="{49CD37FD-83A9-4129-8B84-F30BE6CA692E}" type="sibTrans" cxnId="{CEF5C63A-B361-41C0-9913-C53A5BAA5F38}">
      <dgm:prSet/>
      <dgm:spPr/>
      <dgm:t>
        <a:bodyPr/>
        <a:lstStyle/>
        <a:p>
          <a:endParaRPr lang="es-ES"/>
        </a:p>
      </dgm:t>
    </dgm:pt>
    <dgm:pt modelId="{0B66B9BF-B648-4B5D-A30C-199D65D2F3CB}">
      <dgm:prSet custT="1"/>
      <dgm:spPr/>
      <dgm:t>
        <a:bodyPr/>
        <a:lstStyle/>
        <a:p>
          <a:endParaRPr lang="es-ES" sz="1200" dirty="0">
            <a:latin typeface="Arial" panose="020B0604020202020204" pitchFamily="34" charset="0"/>
            <a:cs typeface="Arial" panose="020B0604020202020204" pitchFamily="34" charset="0"/>
          </a:endParaRPr>
        </a:p>
      </dgm:t>
    </dgm:pt>
    <dgm:pt modelId="{84A9731C-1A92-4932-BA16-1F0625233312}" type="parTrans" cxnId="{3665E9D2-1977-4405-B1D4-329CB5535A17}">
      <dgm:prSet/>
      <dgm:spPr/>
      <dgm:t>
        <a:bodyPr/>
        <a:lstStyle/>
        <a:p>
          <a:endParaRPr lang="es-ES"/>
        </a:p>
      </dgm:t>
    </dgm:pt>
    <dgm:pt modelId="{A3076EF2-1108-45AF-94C2-337BB00AC6DE}" type="sibTrans" cxnId="{3665E9D2-1977-4405-B1D4-329CB5535A17}">
      <dgm:prSet/>
      <dgm:spPr/>
      <dgm:t>
        <a:bodyPr/>
        <a:lstStyle/>
        <a:p>
          <a:endParaRPr lang="es-ES"/>
        </a:p>
      </dgm:t>
    </dgm:pt>
    <dgm:pt modelId="{262AC614-1FBA-46FE-9878-20ABF881D1E1}">
      <dgm:prSet phldrT="[Texto]" custT="1"/>
      <dgm:spPr/>
      <dgm:t>
        <a:bodyPr/>
        <a:lstStyle/>
        <a:p>
          <a:pPr algn="l"/>
          <a:r>
            <a:rPr lang="es-ES" sz="1200" b="1" i="0" u="sng" dirty="0" smtClean="0">
              <a:latin typeface="Arial" panose="020B0604020202020204" pitchFamily="34" charset="0"/>
              <a:cs typeface="Arial" panose="020B0604020202020204" pitchFamily="34" charset="0"/>
            </a:rPr>
            <a:t>DISTRIBUCION:</a:t>
          </a:r>
        </a:p>
        <a:p>
          <a:pPr algn="l"/>
          <a:r>
            <a:rPr lang="es-ES" sz="1200" dirty="0" smtClean="0">
              <a:latin typeface="Arial" panose="020B0604020202020204" pitchFamily="34" charset="0"/>
              <a:cs typeface="Arial" panose="020B0604020202020204" pitchFamily="34" charset="0"/>
            </a:rPr>
            <a:t>CADELCA</a:t>
          </a:r>
        </a:p>
        <a:p>
          <a:pPr algn="l"/>
          <a:r>
            <a:rPr lang="es-ES" sz="1200" dirty="0" smtClean="0">
              <a:latin typeface="Arial" panose="020B0604020202020204" pitchFamily="34" charset="0"/>
              <a:cs typeface="Arial" panose="020B0604020202020204" pitchFamily="34" charset="0"/>
            </a:rPr>
            <a:t>EDELCA</a:t>
          </a:r>
        </a:p>
        <a:p>
          <a:pPr algn="l"/>
          <a:r>
            <a:rPr lang="es-ES" sz="1200" dirty="0" smtClean="0">
              <a:latin typeface="Arial" panose="020B0604020202020204" pitchFamily="34" charset="0"/>
              <a:cs typeface="Arial" panose="020B0604020202020204" pitchFamily="34" charset="0"/>
            </a:rPr>
            <a:t>ELECENTRO</a:t>
          </a:r>
        </a:p>
        <a:p>
          <a:pPr algn="l"/>
          <a:r>
            <a:rPr lang="es-ES" sz="1200" dirty="0" smtClean="0">
              <a:latin typeface="Arial" panose="020B0604020202020204" pitchFamily="34" charset="0"/>
              <a:cs typeface="Arial" panose="020B0604020202020204" pitchFamily="34" charset="0"/>
            </a:rPr>
            <a:t>ELEOCCIDENTE</a:t>
          </a:r>
        </a:p>
        <a:p>
          <a:pPr algn="l"/>
          <a:r>
            <a:rPr lang="es-ES" sz="1200" dirty="0" smtClean="0">
              <a:latin typeface="Arial" panose="020B0604020202020204" pitchFamily="34" charset="0"/>
              <a:cs typeface="Arial" panose="020B0604020202020204" pitchFamily="34" charset="0"/>
            </a:rPr>
            <a:t>ENELBAR</a:t>
          </a:r>
        </a:p>
        <a:p>
          <a:pPr algn="l"/>
          <a:r>
            <a:rPr lang="es-ES" sz="1200" dirty="0" smtClean="0">
              <a:latin typeface="Arial" panose="020B0604020202020204" pitchFamily="34" charset="0"/>
              <a:cs typeface="Arial" panose="020B0604020202020204" pitchFamily="34" charset="0"/>
            </a:rPr>
            <a:t>ENELCO</a:t>
          </a:r>
        </a:p>
        <a:p>
          <a:pPr algn="l"/>
          <a:r>
            <a:rPr lang="es-ES" sz="1200" dirty="0" smtClean="0">
              <a:latin typeface="Arial" panose="020B0604020202020204" pitchFamily="34" charset="0"/>
              <a:cs typeface="Arial" panose="020B0604020202020204" pitchFamily="34" charset="0"/>
            </a:rPr>
            <a:t>ENELVEN</a:t>
          </a:r>
        </a:p>
        <a:p>
          <a:pPr algn="l"/>
          <a:r>
            <a:rPr lang="es-ES" sz="1200" dirty="0" smtClean="0">
              <a:latin typeface="Arial" panose="020B0604020202020204" pitchFamily="34" charset="0"/>
              <a:cs typeface="Arial" panose="020B0604020202020204" pitchFamily="34" charset="0"/>
            </a:rPr>
            <a:t>SEMDA</a:t>
          </a:r>
        </a:p>
        <a:p>
          <a:pPr algn="l"/>
          <a:endParaRPr lang="es-ES" sz="1200" dirty="0" smtClean="0">
            <a:latin typeface="Arial" panose="020B0604020202020204" pitchFamily="34" charset="0"/>
            <a:cs typeface="Arial" panose="020B0604020202020204" pitchFamily="34" charset="0"/>
          </a:endParaRPr>
        </a:p>
        <a:p>
          <a:pPr algn="l"/>
          <a:endParaRPr lang="es-ES" sz="1200" dirty="0" smtClean="0">
            <a:latin typeface="Arial" panose="020B0604020202020204" pitchFamily="34" charset="0"/>
            <a:cs typeface="Arial" panose="020B0604020202020204" pitchFamily="34" charset="0"/>
          </a:endParaRPr>
        </a:p>
        <a:p>
          <a:pPr algn="l"/>
          <a:endParaRPr lang="es-ES" sz="1200" dirty="0" smtClean="0">
            <a:latin typeface="Arial" panose="020B0604020202020204" pitchFamily="34" charset="0"/>
            <a:cs typeface="Arial" panose="020B0604020202020204" pitchFamily="34" charset="0"/>
          </a:endParaRPr>
        </a:p>
      </dgm:t>
    </dgm:pt>
    <dgm:pt modelId="{3B6CEE5E-2019-4879-A9A7-7B4BE5AD9F6B}" type="parTrans" cxnId="{E07A2F79-3690-47C1-B6E1-2D15039F0498}">
      <dgm:prSet/>
      <dgm:spPr/>
      <dgm:t>
        <a:bodyPr/>
        <a:lstStyle/>
        <a:p>
          <a:endParaRPr lang="es-ES"/>
        </a:p>
      </dgm:t>
    </dgm:pt>
    <dgm:pt modelId="{56CDC43D-D8FF-4D2A-97D8-A9135460ED01}" type="sibTrans" cxnId="{E07A2F79-3690-47C1-B6E1-2D15039F0498}">
      <dgm:prSet/>
      <dgm:spPr/>
      <dgm:t>
        <a:bodyPr/>
        <a:lstStyle/>
        <a:p>
          <a:endParaRPr lang="es-ES"/>
        </a:p>
      </dgm:t>
    </dgm:pt>
    <dgm:pt modelId="{2F9C8270-0952-49EE-B3B3-B2EE97D82B45}">
      <dgm:prSet phldrT="[Texto]" custT="1"/>
      <dgm:spPr/>
      <dgm:t>
        <a:bodyPr/>
        <a:lstStyle/>
        <a:p>
          <a:endParaRPr lang="es-ES" sz="1200" dirty="0">
            <a:latin typeface="Arial" panose="020B0604020202020204" pitchFamily="34" charset="0"/>
            <a:cs typeface="Arial" panose="020B0604020202020204" pitchFamily="34" charset="0"/>
          </a:endParaRPr>
        </a:p>
      </dgm:t>
    </dgm:pt>
    <dgm:pt modelId="{C1692935-0AD2-4AC5-BBC3-43759BED1208}" type="parTrans" cxnId="{2B44AD62-829F-40D0-BBF0-255B94C84C9B}">
      <dgm:prSet/>
      <dgm:spPr/>
      <dgm:t>
        <a:bodyPr/>
        <a:lstStyle/>
        <a:p>
          <a:endParaRPr lang="es-ES"/>
        </a:p>
      </dgm:t>
    </dgm:pt>
    <dgm:pt modelId="{145694E3-BD2E-40CD-83B3-D5D3BC24D6DF}" type="sibTrans" cxnId="{2B44AD62-829F-40D0-BBF0-255B94C84C9B}">
      <dgm:prSet/>
      <dgm:spPr/>
      <dgm:t>
        <a:bodyPr/>
        <a:lstStyle/>
        <a:p>
          <a:endParaRPr lang="es-ES"/>
        </a:p>
      </dgm:t>
    </dgm:pt>
    <dgm:pt modelId="{A9FC582B-CA30-4B6B-9901-A09AAE8D9CD5}">
      <dgm:prSet custT="1"/>
      <dgm:spPr/>
      <dgm:t>
        <a:bodyPr/>
        <a:lstStyle/>
        <a:p>
          <a:pPr algn="l"/>
          <a:r>
            <a:rPr lang="es-ES" sz="1200" b="1" i="0" u="sng" dirty="0" smtClean="0">
              <a:latin typeface="Arial" panose="020B0604020202020204" pitchFamily="34" charset="0"/>
              <a:cs typeface="Arial" panose="020B0604020202020204" pitchFamily="34" charset="0"/>
            </a:rPr>
            <a:t>COMERCIALIZACION:</a:t>
          </a:r>
        </a:p>
        <a:p>
          <a:pPr algn="l"/>
          <a:r>
            <a:rPr lang="es-ES" sz="1200" dirty="0" smtClean="0">
              <a:latin typeface="Arial" panose="020B0604020202020204" pitchFamily="34" charset="0"/>
              <a:cs typeface="Arial" panose="020B0604020202020204" pitchFamily="34" charset="0"/>
            </a:rPr>
            <a:t>CADAFE</a:t>
          </a:r>
        </a:p>
        <a:p>
          <a:pPr algn="l"/>
          <a:r>
            <a:rPr lang="es-ES" sz="1200" dirty="0" smtClean="0">
              <a:latin typeface="Arial" panose="020B0604020202020204" pitchFamily="34" charset="0"/>
              <a:cs typeface="Arial" panose="020B0604020202020204" pitchFamily="34" charset="0"/>
            </a:rPr>
            <a:t>CADELA</a:t>
          </a:r>
        </a:p>
        <a:p>
          <a:pPr algn="l"/>
          <a:r>
            <a:rPr lang="es-ES" sz="1200" dirty="0" smtClean="0">
              <a:latin typeface="Arial" panose="020B0604020202020204" pitchFamily="34" charset="0"/>
              <a:cs typeface="Arial" panose="020B0604020202020204" pitchFamily="34" charset="0"/>
            </a:rPr>
            <a:t>EDELCA</a:t>
          </a:r>
        </a:p>
        <a:p>
          <a:pPr algn="l"/>
          <a:r>
            <a:rPr lang="es-ES" sz="1200" dirty="0" smtClean="0">
              <a:latin typeface="Arial" panose="020B0604020202020204" pitchFamily="34" charset="0"/>
              <a:cs typeface="Arial" panose="020B0604020202020204" pitchFamily="34" charset="0"/>
            </a:rPr>
            <a:t>ELEOCENTRO</a:t>
          </a:r>
        </a:p>
        <a:p>
          <a:pPr algn="l"/>
          <a:r>
            <a:rPr lang="es-ES" sz="1200" dirty="0" smtClean="0">
              <a:latin typeface="Arial" panose="020B0604020202020204" pitchFamily="34" charset="0"/>
              <a:cs typeface="Arial" panose="020B0604020202020204" pitchFamily="34" charset="0"/>
            </a:rPr>
            <a:t>ELEORIENTE</a:t>
          </a:r>
        </a:p>
        <a:p>
          <a:pPr algn="l"/>
          <a:r>
            <a:rPr lang="es-ES" sz="1200" dirty="0" smtClean="0">
              <a:latin typeface="Arial" panose="020B0604020202020204" pitchFamily="34" charset="0"/>
              <a:cs typeface="Arial" panose="020B0604020202020204" pitchFamily="34" charset="0"/>
            </a:rPr>
            <a:t>ENELBAT</a:t>
          </a:r>
        </a:p>
        <a:p>
          <a:pPr algn="l"/>
          <a:r>
            <a:rPr lang="es-ES" sz="1200" dirty="0" smtClean="0">
              <a:latin typeface="Arial" panose="020B0604020202020204" pitchFamily="34" charset="0"/>
              <a:cs typeface="Arial" panose="020B0604020202020204" pitchFamily="34" charset="0"/>
            </a:rPr>
            <a:t>ENELCO</a:t>
          </a:r>
        </a:p>
        <a:p>
          <a:pPr algn="l"/>
          <a:r>
            <a:rPr lang="es-ES" sz="1200" dirty="0" smtClean="0">
              <a:latin typeface="Arial" panose="020B0604020202020204" pitchFamily="34" charset="0"/>
              <a:cs typeface="Arial" panose="020B0604020202020204" pitchFamily="34" charset="0"/>
            </a:rPr>
            <a:t>ENELVEN</a:t>
          </a:r>
        </a:p>
        <a:p>
          <a:pPr algn="l"/>
          <a:r>
            <a:rPr lang="es-ES" sz="1200" dirty="0" smtClean="0">
              <a:latin typeface="Arial" panose="020B0604020202020204" pitchFamily="34" charset="0"/>
              <a:cs typeface="Arial" panose="020B0604020202020204" pitchFamily="34" charset="0"/>
            </a:rPr>
            <a:t>SEMDA</a:t>
          </a:r>
        </a:p>
        <a:p>
          <a:pPr algn="l"/>
          <a:endParaRPr lang="es-ES" sz="1200" dirty="0" smtClean="0">
            <a:latin typeface="Arial" panose="020B0604020202020204" pitchFamily="34" charset="0"/>
            <a:cs typeface="Arial" panose="020B0604020202020204" pitchFamily="34" charset="0"/>
          </a:endParaRPr>
        </a:p>
        <a:p>
          <a:pPr algn="l"/>
          <a:endParaRPr lang="es-ES" sz="1200" dirty="0" smtClean="0">
            <a:latin typeface="Arial" panose="020B0604020202020204" pitchFamily="34" charset="0"/>
            <a:cs typeface="Arial" panose="020B0604020202020204" pitchFamily="34" charset="0"/>
          </a:endParaRPr>
        </a:p>
      </dgm:t>
    </dgm:pt>
    <dgm:pt modelId="{0FEAB658-0B7A-45E0-9F56-30262737C976}" type="parTrans" cxnId="{4D80B74E-F3A7-4D15-93C2-A04AF6DA87FA}">
      <dgm:prSet/>
      <dgm:spPr/>
      <dgm:t>
        <a:bodyPr/>
        <a:lstStyle/>
        <a:p>
          <a:endParaRPr lang="es-ES"/>
        </a:p>
      </dgm:t>
    </dgm:pt>
    <dgm:pt modelId="{9AAB39CF-B8F5-48E0-9642-10AC80751429}" type="sibTrans" cxnId="{4D80B74E-F3A7-4D15-93C2-A04AF6DA87FA}">
      <dgm:prSet/>
      <dgm:spPr/>
      <dgm:t>
        <a:bodyPr/>
        <a:lstStyle/>
        <a:p>
          <a:endParaRPr lang="es-ES"/>
        </a:p>
      </dgm:t>
    </dgm:pt>
    <dgm:pt modelId="{75661583-AD7D-4B6A-A82A-12219320A0AB}" type="pres">
      <dgm:prSet presAssocID="{C118E47E-377A-4D6F-8D5F-BE425B8A19CB}" presName="diagram" presStyleCnt="0">
        <dgm:presLayoutVars>
          <dgm:chMax val="1"/>
          <dgm:dir/>
          <dgm:animLvl val="ctr"/>
          <dgm:resizeHandles val="exact"/>
        </dgm:presLayoutVars>
      </dgm:prSet>
      <dgm:spPr/>
      <dgm:t>
        <a:bodyPr/>
        <a:lstStyle/>
        <a:p>
          <a:endParaRPr lang="es-ES"/>
        </a:p>
      </dgm:t>
    </dgm:pt>
    <dgm:pt modelId="{BDFBDAAA-5F2E-4D31-A64A-7FA18FF5496F}" type="pres">
      <dgm:prSet presAssocID="{C118E47E-377A-4D6F-8D5F-BE425B8A19CB}" presName="matrix" presStyleCnt="0"/>
      <dgm:spPr/>
    </dgm:pt>
    <dgm:pt modelId="{9906CA8B-BBF2-4D54-A3D7-DAE456387CC8}" type="pres">
      <dgm:prSet presAssocID="{C118E47E-377A-4D6F-8D5F-BE425B8A19CB}" presName="tile1" presStyleLbl="node1" presStyleIdx="0" presStyleCnt="4" custScaleY="85152" custLinFactNeighborX="-2625" custLinFactNeighborY="2609"/>
      <dgm:spPr/>
      <dgm:t>
        <a:bodyPr/>
        <a:lstStyle/>
        <a:p>
          <a:endParaRPr lang="es-ES"/>
        </a:p>
      </dgm:t>
    </dgm:pt>
    <dgm:pt modelId="{A6DAEF0C-33AE-41A6-BA67-092394924D3E}" type="pres">
      <dgm:prSet presAssocID="{C118E47E-377A-4D6F-8D5F-BE425B8A19CB}" presName="tile1text" presStyleLbl="node1" presStyleIdx="0" presStyleCnt="4">
        <dgm:presLayoutVars>
          <dgm:chMax val="0"/>
          <dgm:chPref val="0"/>
          <dgm:bulletEnabled val="1"/>
        </dgm:presLayoutVars>
      </dgm:prSet>
      <dgm:spPr/>
      <dgm:t>
        <a:bodyPr/>
        <a:lstStyle/>
        <a:p>
          <a:endParaRPr lang="es-ES"/>
        </a:p>
      </dgm:t>
    </dgm:pt>
    <dgm:pt modelId="{2DF0B3DF-C249-4083-B12B-323EA79CDA47}" type="pres">
      <dgm:prSet presAssocID="{C118E47E-377A-4D6F-8D5F-BE425B8A19CB}" presName="tile2" presStyleLbl="node1" presStyleIdx="1" presStyleCnt="4" custScaleY="88584" custLinFactNeighborX="0" custLinFactNeighborY="4378"/>
      <dgm:spPr/>
      <dgm:t>
        <a:bodyPr/>
        <a:lstStyle/>
        <a:p>
          <a:endParaRPr lang="es-ES"/>
        </a:p>
      </dgm:t>
    </dgm:pt>
    <dgm:pt modelId="{828626EE-6783-41F1-B453-FF30F06F1696}" type="pres">
      <dgm:prSet presAssocID="{C118E47E-377A-4D6F-8D5F-BE425B8A19CB}" presName="tile2text" presStyleLbl="node1" presStyleIdx="1" presStyleCnt="4">
        <dgm:presLayoutVars>
          <dgm:chMax val="0"/>
          <dgm:chPref val="0"/>
          <dgm:bulletEnabled val="1"/>
        </dgm:presLayoutVars>
      </dgm:prSet>
      <dgm:spPr/>
      <dgm:t>
        <a:bodyPr/>
        <a:lstStyle/>
        <a:p>
          <a:endParaRPr lang="es-ES"/>
        </a:p>
      </dgm:t>
    </dgm:pt>
    <dgm:pt modelId="{D66F9273-F889-40E3-A8D9-E5B39C36F6F3}" type="pres">
      <dgm:prSet presAssocID="{C118E47E-377A-4D6F-8D5F-BE425B8A19CB}" presName="tile3" presStyleLbl="node1" presStyleIdx="2" presStyleCnt="4" custScaleY="103529" custLinFactNeighborX="-528" custLinFactNeighborY="-3186"/>
      <dgm:spPr/>
      <dgm:t>
        <a:bodyPr/>
        <a:lstStyle/>
        <a:p>
          <a:endParaRPr lang="es-ES"/>
        </a:p>
      </dgm:t>
    </dgm:pt>
    <dgm:pt modelId="{6A62CDF1-53A4-46C7-A26D-8B53AF0B1327}" type="pres">
      <dgm:prSet presAssocID="{C118E47E-377A-4D6F-8D5F-BE425B8A19CB}" presName="tile3text" presStyleLbl="node1" presStyleIdx="2" presStyleCnt="4">
        <dgm:presLayoutVars>
          <dgm:chMax val="0"/>
          <dgm:chPref val="0"/>
          <dgm:bulletEnabled val="1"/>
        </dgm:presLayoutVars>
      </dgm:prSet>
      <dgm:spPr/>
      <dgm:t>
        <a:bodyPr/>
        <a:lstStyle/>
        <a:p>
          <a:endParaRPr lang="es-ES"/>
        </a:p>
      </dgm:t>
    </dgm:pt>
    <dgm:pt modelId="{649DDB78-BA6E-400C-AD9C-40A8EF625E82}" type="pres">
      <dgm:prSet presAssocID="{C118E47E-377A-4D6F-8D5F-BE425B8A19CB}" presName="tile4" presStyleLbl="node1" presStyleIdx="3" presStyleCnt="4" custScaleY="102853" custLinFactNeighborY="-3027"/>
      <dgm:spPr/>
      <dgm:t>
        <a:bodyPr/>
        <a:lstStyle/>
        <a:p>
          <a:endParaRPr lang="es-ES"/>
        </a:p>
      </dgm:t>
    </dgm:pt>
    <dgm:pt modelId="{67C3955E-AD94-4782-8CFC-E11A381FF507}" type="pres">
      <dgm:prSet presAssocID="{C118E47E-377A-4D6F-8D5F-BE425B8A19CB}" presName="tile4text" presStyleLbl="node1" presStyleIdx="3" presStyleCnt="4">
        <dgm:presLayoutVars>
          <dgm:chMax val="0"/>
          <dgm:chPref val="0"/>
          <dgm:bulletEnabled val="1"/>
        </dgm:presLayoutVars>
      </dgm:prSet>
      <dgm:spPr/>
      <dgm:t>
        <a:bodyPr/>
        <a:lstStyle/>
        <a:p>
          <a:endParaRPr lang="es-ES"/>
        </a:p>
      </dgm:t>
    </dgm:pt>
    <dgm:pt modelId="{C1DE04C9-2A96-47FC-9109-A2FE75896E0D}" type="pres">
      <dgm:prSet presAssocID="{C118E47E-377A-4D6F-8D5F-BE425B8A19CB}" presName="centerTile" presStyleLbl="fgShp" presStyleIdx="0" presStyleCnt="1" custScaleX="109073" custScaleY="44721" custLinFactNeighborX="-879" custLinFactNeighborY="-25457">
        <dgm:presLayoutVars>
          <dgm:chMax val="0"/>
          <dgm:chPref val="0"/>
        </dgm:presLayoutVars>
      </dgm:prSet>
      <dgm:spPr/>
      <dgm:t>
        <a:bodyPr/>
        <a:lstStyle/>
        <a:p>
          <a:endParaRPr lang="es-ES"/>
        </a:p>
      </dgm:t>
    </dgm:pt>
  </dgm:ptLst>
  <dgm:cxnLst>
    <dgm:cxn modelId="{104183AF-8F8F-4F17-84AC-35BAA39FAE6B}" type="presOf" srcId="{A9FC582B-CA30-4B6B-9901-A09AAE8D9CD5}" destId="{67C3955E-AD94-4782-8CFC-E11A381FF507}" srcOrd="1" destOrd="0" presId="urn:microsoft.com/office/officeart/2005/8/layout/matrix1"/>
    <dgm:cxn modelId="{E4B23B48-46FF-46D6-8590-257CDDAA7BFE}" type="presOf" srcId="{C118E47E-377A-4D6F-8D5F-BE425B8A19CB}" destId="{75661583-AD7D-4B6A-A82A-12219320A0AB}" srcOrd="0" destOrd="0" presId="urn:microsoft.com/office/officeart/2005/8/layout/matrix1"/>
    <dgm:cxn modelId="{1340D976-939F-4E64-A5FA-AF771B814B4C}" type="presOf" srcId="{26AA1865-9D99-42BF-A4B8-0CE3F58ADE48}" destId="{2DF0B3DF-C249-4083-B12B-323EA79CDA47}" srcOrd="0" destOrd="0" presId="urn:microsoft.com/office/officeart/2005/8/layout/matrix1"/>
    <dgm:cxn modelId="{90919EA4-AF73-427E-8DDC-8156D8A67D26}" type="presOf" srcId="{26AA1865-9D99-42BF-A4B8-0CE3F58ADE48}" destId="{828626EE-6783-41F1-B453-FF30F06F1696}" srcOrd="1" destOrd="0" presId="urn:microsoft.com/office/officeart/2005/8/layout/matrix1"/>
    <dgm:cxn modelId="{F4D467C9-4747-4151-8A77-578D38FE3B2C}" type="presOf" srcId="{262AC614-1FBA-46FE-9878-20ABF881D1E1}" destId="{6A62CDF1-53A4-46C7-A26D-8B53AF0B1327}" srcOrd="1" destOrd="0" presId="urn:microsoft.com/office/officeart/2005/8/layout/matrix1"/>
    <dgm:cxn modelId="{C2C1003D-4BD4-472E-A201-486FF4E237DF}" srcId="{5737C09B-11C2-4036-A601-1536C679F39A}" destId="{C5330AAD-A7E5-41C3-88C5-D0A7F803E589}" srcOrd="3" destOrd="0" parTransId="{194A0832-602E-483A-9068-518EE7155DBF}" sibTransId="{568B97C9-5F3F-48D9-A71D-07BFEBCB17DA}"/>
    <dgm:cxn modelId="{42F84A54-1A7E-4F20-904F-7EFE2DDDB6AF}" srcId="{5737C09B-11C2-4036-A601-1536C679F39A}" destId="{400A1E74-5637-4BA8-9C89-4472DBB93BD0}" srcOrd="2" destOrd="0" parTransId="{E77E524C-8E00-4F43-BD88-CC6160C58BAF}" sibTransId="{8DF68789-020E-46B8-8320-ABAFD7E4F12D}"/>
    <dgm:cxn modelId="{E07A2F79-3690-47C1-B6E1-2D15039F0498}" srcId="{C8827B49-C152-462D-8986-5A8CC1CB9EAE}" destId="{262AC614-1FBA-46FE-9878-20ABF881D1E1}" srcOrd="2" destOrd="0" parTransId="{3B6CEE5E-2019-4879-A9A7-7B4BE5AD9F6B}" sibTransId="{56CDC43D-D8FF-4D2A-97D8-A9135460ED01}"/>
    <dgm:cxn modelId="{3665E9D2-1977-4405-B1D4-329CB5535A17}" srcId="{5737C09B-11C2-4036-A601-1536C679F39A}" destId="{0B66B9BF-B648-4B5D-A30C-199D65D2F3CB}" srcOrd="0" destOrd="0" parTransId="{84A9731C-1A92-4932-BA16-1F0625233312}" sibTransId="{A3076EF2-1108-45AF-94C2-337BB00AC6DE}"/>
    <dgm:cxn modelId="{3FC396AA-A059-41EF-B04B-2E5A14FA9AC8}" srcId="{5737C09B-11C2-4036-A601-1536C679F39A}" destId="{C72FF9A5-5F10-4DDE-8A01-6DC38E5B438E}" srcOrd="1" destOrd="0" parTransId="{E0AB4ED0-1617-4508-8240-AE33BAB96A2F}" sibTransId="{88E86D82-A71D-4DE3-A772-E73694F59678}"/>
    <dgm:cxn modelId="{0D2CAEA7-C2E2-48B4-BAB4-198DD02766C3}" srcId="{C8827B49-C152-462D-8986-5A8CC1CB9EAE}" destId="{26AA1865-9D99-42BF-A4B8-0CE3F58ADE48}" srcOrd="1" destOrd="0" parTransId="{C9B07F15-D942-43D4-AA42-C32DDE2DE0D1}" sibTransId="{353099BD-AA88-4B93-AAA0-C195608AC831}"/>
    <dgm:cxn modelId="{2B44AD62-829F-40D0-BBF0-255B94C84C9B}" srcId="{C118E47E-377A-4D6F-8D5F-BE425B8A19CB}" destId="{2F9C8270-0952-49EE-B3B3-B2EE97D82B45}" srcOrd="1" destOrd="0" parTransId="{C1692935-0AD2-4AC5-BBC3-43759BED1208}" sibTransId="{145694E3-BD2E-40CD-83B3-D5D3BC24D6DF}"/>
    <dgm:cxn modelId="{8DFDC568-22CC-4365-BE76-CCF9A9119618}" srcId="{C118E47E-377A-4D6F-8D5F-BE425B8A19CB}" destId="{C8827B49-C152-462D-8986-5A8CC1CB9EAE}" srcOrd="0" destOrd="0" parTransId="{16434DC2-9D68-48D2-AF1F-A588361C5773}" sibTransId="{658AE688-A52C-4A6C-98AA-B89A6C899587}"/>
    <dgm:cxn modelId="{7EBC15C3-45B8-4DE2-9C48-53F7BACAB098}" srcId="{5737C09B-11C2-4036-A601-1536C679F39A}" destId="{D35D9655-89D7-4B41-B4C5-843D092AB5F2}" srcOrd="4" destOrd="0" parTransId="{B5EC8EB0-9D3C-4D50-9598-E76B92AB4954}" sibTransId="{9AD72E63-814F-449C-879B-23CE064BDBE6}"/>
    <dgm:cxn modelId="{CEF5C63A-B361-41C0-9913-C53A5BAA5F38}" srcId="{C118E47E-377A-4D6F-8D5F-BE425B8A19CB}" destId="{5737C09B-11C2-4036-A601-1536C679F39A}" srcOrd="2" destOrd="0" parTransId="{293A2C9D-0AC8-45C4-8D1B-3E05D66F1E1A}" sibTransId="{49CD37FD-83A9-4129-8B84-F30BE6CA692E}"/>
    <dgm:cxn modelId="{73B7DE66-6AB8-45E4-9918-A1054E556806}" type="presOf" srcId="{ACAD9C41-DFFC-4519-BEC0-CA7C8240DDBD}" destId="{A6DAEF0C-33AE-41A6-BA67-092394924D3E}" srcOrd="1" destOrd="0" presId="urn:microsoft.com/office/officeart/2005/8/layout/matrix1"/>
    <dgm:cxn modelId="{177A8E8B-E686-491B-9211-CC2998180B03}" type="presOf" srcId="{A9FC582B-CA30-4B6B-9901-A09AAE8D9CD5}" destId="{649DDB78-BA6E-400C-AD9C-40A8EF625E82}" srcOrd="0" destOrd="0" presId="urn:microsoft.com/office/officeart/2005/8/layout/matrix1"/>
    <dgm:cxn modelId="{DCB7D0E5-81D1-45F8-A440-7107011F147C}" type="presOf" srcId="{262AC614-1FBA-46FE-9878-20ABF881D1E1}" destId="{D66F9273-F889-40E3-A8D9-E5B39C36F6F3}" srcOrd="0" destOrd="0" presId="urn:microsoft.com/office/officeart/2005/8/layout/matrix1"/>
    <dgm:cxn modelId="{8E48CC83-F25E-4CE8-9142-C71EA6F30AA5}" type="presOf" srcId="{C8827B49-C152-462D-8986-5A8CC1CB9EAE}" destId="{C1DE04C9-2A96-47FC-9109-A2FE75896E0D}" srcOrd="0" destOrd="0" presId="urn:microsoft.com/office/officeart/2005/8/layout/matrix1"/>
    <dgm:cxn modelId="{4D80B74E-F3A7-4D15-93C2-A04AF6DA87FA}" srcId="{C8827B49-C152-462D-8986-5A8CC1CB9EAE}" destId="{A9FC582B-CA30-4B6B-9901-A09AAE8D9CD5}" srcOrd="3" destOrd="0" parTransId="{0FEAB658-0B7A-45E0-9F56-30262737C976}" sibTransId="{9AAB39CF-B8F5-48E0-9642-10AC80751429}"/>
    <dgm:cxn modelId="{B4609008-0CEE-4BE8-820F-9DBA2996802E}" type="presOf" srcId="{ACAD9C41-DFFC-4519-BEC0-CA7C8240DDBD}" destId="{9906CA8B-BBF2-4D54-A3D7-DAE456387CC8}" srcOrd="0" destOrd="0" presId="urn:microsoft.com/office/officeart/2005/8/layout/matrix1"/>
    <dgm:cxn modelId="{16552D61-2E6F-48AD-A3EE-DA48237F9370}" srcId="{C8827B49-C152-462D-8986-5A8CC1CB9EAE}" destId="{ACAD9C41-DFFC-4519-BEC0-CA7C8240DDBD}" srcOrd="0" destOrd="0" parTransId="{1097201F-E99C-48A1-911F-D6E1E8CD41B8}" sibTransId="{209AA023-7DC7-452A-A1C1-280B7CDDE024}"/>
    <dgm:cxn modelId="{8BD84572-59B5-4D66-896A-E81C8BC380D3}" type="presParOf" srcId="{75661583-AD7D-4B6A-A82A-12219320A0AB}" destId="{BDFBDAAA-5F2E-4D31-A64A-7FA18FF5496F}" srcOrd="0" destOrd="0" presId="urn:microsoft.com/office/officeart/2005/8/layout/matrix1"/>
    <dgm:cxn modelId="{F33D9569-838E-44F4-BF9C-7D2DB861C328}" type="presParOf" srcId="{BDFBDAAA-5F2E-4D31-A64A-7FA18FF5496F}" destId="{9906CA8B-BBF2-4D54-A3D7-DAE456387CC8}" srcOrd="0" destOrd="0" presId="urn:microsoft.com/office/officeart/2005/8/layout/matrix1"/>
    <dgm:cxn modelId="{3BFB47C5-AAE2-47F8-AC37-32F8C127E055}" type="presParOf" srcId="{BDFBDAAA-5F2E-4D31-A64A-7FA18FF5496F}" destId="{A6DAEF0C-33AE-41A6-BA67-092394924D3E}" srcOrd="1" destOrd="0" presId="urn:microsoft.com/office/officeart/2005/8/layout/matrix1"/>
    <dgm:cxn modelId="{0DF08408-F14F-4541-9C1D-8B9D0722AB4E}" type="presParOf" srcId="{BDFBDAAA-5F2E-4D31-A64A-7FA18FF5496F}" destId="{2DF0B3DF-C249-4083-B12B-323EA79CDA47}" srcOrd="2" destOrd="0" presId="urn:microsoft.com/office/officeart/2005/8/layout/matrix1"/>
    <dgm:cxn modelId="{E569F5CE-F060-4A5A-9C9B-1CFF07255C81}" type="presParOf" srcId="{BDFBDAAA-5F2E-4D31-A64A-7FA18FF5496F}" destId="{828626EE-6783-41F1-B453-FF30F06F1696}" srcOrd="3" destOrd="0" presId="urn:microsoft.com/office/officeart/2005/8/layout/matrix1"/>
    <dgm:cxn modelId="{EDACCF8C-D6E2-4D9F-8125-45404064B15B}" type="presParOf" srcId="{BDFBDAAA-5F2E-4D31-A64A-7FA18FF5496F}" destId="{D66F9273-F889-40E3-A8D9-E5B39C36F6F3}" srcOrd="4" destOrd="0" presId="urn:microsoft.com/office/officeart/2005/8/layout/matrix1"/>
    <dgm:cxn modelId="{5FCE76D0-C412-437E-B72A-769D7AA817EE}" type="presParOf" srcId="{BDFBDAAA-5F2E-4D31-A64A-7FA18FF5496F}" destId="{6A62CDF1-53A4-46C7-A26D-8B53AF0B1327}" srcOrd="5" destOrd="0" presId="urn:microsoft.com/office/officeart/2005/8/layout/matrix1"/>
    <dgm:cxn modelId="{4C570CA6-3F37-4F7C-BAD2-DFCD744DDFD8}" type="presParOf" srcId="{BDFBDAAA-5F2E-4D31-A64A-7FA18FF5496F}" destId="{649DDB78-BA6E-400C-AD9C-40A8EF625E82}" srcOrd="6" destOrd="0" presId="urn:microsoft.com/office/officeart/2005/8/layout/matrix1"/>
    <dgm:cxn modelId="{EDA0CD12-FEF6-4832-ACD9-9F4CB54B3D15}" type="presParOf" srcId="{BDFBDAAA-5F2E-4D31-A64A-7FA18FF5496F}" destId="{67C3955E-AD94-4782-8CFC-E11A381FF507}" srcOrd="7" destOrd="0" presId="urn:microsoft.com/office/officeart/2005/8/layout/matrix1"/>
    <dgm:cxn modelId="{B62D33F7-6F15-49FB-9162-662D456222AE}" type="presParOf" srcId="{75661583-AD7D-4B6A-A82A-12219320A0AB}" destId="{C1DE04C9-2A96-47FC-9109-A2FE75896E0D}" srcOrd="1" destOrd="0" presId="urn:microsoft.com/office/officeart/2005/8/layout/matrix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66462F3-505E-4EFD-BBDB-D5D58580810E}" type="doc">
      <dgm:prSet loTypeId="urn:microsoft.com/office/officeart/2005/8/layout/matrix1" loCatId="matrix" qsTypeId="urn:microsoft.com/office/officeart/2005/8/quickstyle/simple1" qsCatId="simple" csTypeId="urn:microsoft.com/office/officeart/2005/8/colors/accent1_2" csCatId="accent1" phldr="1"/>
      <dgm:spPr/>
      <dgm:t>
        <a:bodyPr/>
        <a:lstStyle/>
        <a:p>
          <a:endParaRPr lang="es-ES"/>
        </a:p>
      </dgm:t>
    </dgm:pt>
    <dgm:pt modelId="{94319173-9BAC-427F-A82C-3E0653B15168}">
      <dgm:prSet phldrT="[Texto]" custT="1"/>
      <dgm:spPr/>
      <dgm:t>
        <a:bodyPr/>
        <a:lstStyle/>
        <a:p>
          <a:r>
            <a:rPr lang="es-ES" sz="1800" dirty="0" smtClean="0">
              <a:latin typeface="Arial" panose="020B0604020202020204" pitchFamily="34" charset="0"/>
              <a:cs typeface="Arial" panose="020B0604020202020204" pitchFamily="34" charset="0"/>
            </a:rPr>
            <a:t>2007</a:t>
          </a:r>
          <a:endParaRPr lang="es-ES" sz="1800" dirty="0">
            <a:latin typeface="Arial" panose="020B0604020202020204" pitchFamily="34" charset="0"/>
            <a:cs typeface="Arial" panose="020B0604020202020204" pitchFamily="34" charset="0"/>
          </a:endParaRPr>
        </a:p>
      </dgm:t>
    </dgm:pt>
    <dgm:pt modelId="{262EC111-5410-4225-9C59-EA0A773CCAEC}" type="parTrans" cxnId="{1C7FE5B8-BCEA-4CD6-8C97-9D73A42993D3}">
      <dgm:prSet/>
      <dgm:spPr/>
      <dgm:t>
        <a:bodyPr/>
        <a:lstStyle/>
        <a:p>
          <a:endParaRPr lang="es-ES"/>
        </a:p>
      </dgm:t>
    </dgm:pt>
    <dgm:pt modelId="{4F7DE257-EFC5-4ECB-83F2-06A12E2DFD2F}" type="sibTrans" cxnId="{1C7FE5B8-BCEA-4CD6-8C97-9D73A42993D3}">
      <dgm:prSet/>
      <dgm:spPr/>
      <dgm:t>
        <a:bodyPr/>
        <a:lstStyle/>
        <a:p>
          <a:endParaRPr lang="es-ES"/>
        </a:p>
      </dgm:t>
    </dgm:pt>
    <dgm:pt modelId="{BA990C27-41CB-4CA5-AEEE-D020CF749196}">
      <dgm:prSet phldrT="[Texto]" custT="1"/>
      <dgm:spPr/>
      <dgm:t>
        <a:bodyPr/>
        <a:lstStyle/>
        <a:p>
          <a:endParaRPr lang="es-ES" sz="1200" b="1" u="sng" dirty="0" smtClean="0">
            <a:latin typeface="Arial" panose="020B0604020202020204" pitchFamily="34" charset="0"/>
            <a:cs typeface="Arial" panose="020B0604020202020204" pitchFamily="34" charset="0"/>
          </a:endParaRPr>
        </a:p>
        <a:p>
          <a:r>
            <a:rPr lang="es-ES" sz="1200" b="1" u="sng" dirty="0" smtClean="0">
              <a:latin typeface="Arial" panose="020B0604020202020204" pitchFamily="34" charset="0"/>
              <a:cs typeface="Arial" panose="020B0604020202020204" pitchFamily="34" charset="0"/>
            </a:rPr>
            <a:t>GENERACION:</a:t>
          </a:r>
        </a:p>
        <a:p>
          <a:r>
            <a:rPr lang="es-ES" sz="1200" dirty="0" smtClean="0">
              <a:latin typeface="Arial" panose="020B0604020202020204" pitchFamily="34" charset="0"/>
              <a:cs typeface="Arial" panose="020B0604020202020204" pitchFamily="34" charset="0"/>
            </a:rPr>
            <a:t>CORPOELEC</a:t>
          </a:r>
        </a:p>
      </dgm:t>
    </dgm:pt>
    <dgm:pt modelId="{CF49740B-3AAF-4E9C-AFAE-A01CA045FB8C}" type="parTrans" cxnId="{4FBE4CC9-8242-495A-8D16-1E18A3B37717}">
      <dgm:prSet/>
      <dgm:spPr/>
      <dgm:t>
        <a:bodyPr/>
        <a:lstStyle/>
        <a:p>
          <a:endParaRPr lang="es-ES"/>
        </a:p>
      </dgm:t>
    </dgm:pt>
    <dgm:pt modelId="{ADAC9DF9-453C-425A-9CDD-5F3D31E6415D}" type="sibTrans" cxnId="{4FBE4CC9-8242-495A-8D16-1E18A3B37717}">
      <dgm:prSet/>
      <dgm:spPr/>
      <dgm:t>
        <a:bodyPr/>
        <a:lstStyle/>
        <a:p>
          <a:endParaRPr lang="es-ES"/>
        </a:p>
      </dgm:t>
    </dgm:pt>
    <dgm:pt modelId="{CC8A2B69-36DD-4205-BBFC-EF75178B4230}">
      <dgm:prSet phldrT="[Texto]" custT="1"/>
      <dgm:spPr/>
      <dgm:t>
        <a:bodyPr/>
        <a:lstStyle/>
        <a:p>
          <a:endParaRPr lang="es-ES" sz="1200" b="1" u="sng" dirty="0" smtClean="0">
            <a:latin typeface="Arial" panose="020B0604020202020204" pitchFamily="34" charset="0"/>
            <a:cs typeface="Arial" panose="020B0604020202020204" pitchFamily="34" charset="0"/>
          </a:endParaRPr>
        </a:p>
        <a:p>
          <a:r>
            <a:rPr lang="es-ES" sz="1200" b="1" u="sng" dirty="0" smtClean="0">
              <a:latin typeface="Arial" panose="020B0604020202020204" pitchFamily="34" charset="0"/>
              <a:cs typeface="Arial" panose="020B0604020202020204" pitchFamily="34" charset="0"/>
            </a:rPr>
            <a:t>TRANSFORMACION:</a:t>
          </a:r>
        </a:p>
        <a:p>
          <a:r>
            <a:rPr lang="es-ES" sz="1200" dirty="0" smtClean="0">
              <a:latin typeface="Arial" panose="020B0604020202020204" pitchFamily="34" charset="0"/>
              <a:cs typeface="Arial" panose="020B0604020202020204" pitchFamily="34" charset="0"/>
            </a:rPr>
            <a:t>CORPOELEC</a:t>
          </a:r>
          <a:endParaRPr lang="es-ES" sz="1200" dirty="0">
            <a:latin typeface="Arial" panose="020B0604020202020204" pitchFamily="34" charset="0"/>
            <a:cs typeface="Arial" panose="020B0604020202020204" pitchFamily="34" charset="0"/>
          </a:endParaRPr>
        </a:p>
      </dgm:t>
    </dgm:pt>
    <dgm:pt modelId="{2E121938-2467-4271-939B-B33B85D03C19}" type="parTrans" cxnId="{0B6E6306-2DB3-4848-8904-3E7876A00425}">
      <dgm:prSet/>
      <dgm:spPr/>
      <dgm:t>
        <a:bodyPr/>
        <a:lstStyle/>
        <a:p>
          <a:endParaRPr lang="es-ES"/>
        </a:p>
      </dgm:t>
    </dgm:pt>
    <dgm:pt modelId="{7EEDDB43-2F3D-4FF1-9272-371D57A4035B}" type="sibTrans" cxnId="{0B6E6306-2DB3-4848-8904-3E7876A00425}">
      <dgm:prSet/>
      <dgm:spPr/>
      <dgm:t>
        <a:bodyPr/>
        <a:lstStyle/>
        <a:p>
          <a:endParaRPr lang="es-ES"/>
        </a:p>
      </dgm:t>
    </dgm:pt>
    <dgm:pt modelId="{47D5A1A8-5462-4749-8799-E3D76681043B}">
      <dgm:prSet phldrT="[Texto]" custT="1"/>
      <dgm:spPr/>
      <dgm:t>
        <a:bodyPr/>
        <a:lstStyle/>
        <a:p>
          <a:r>
            <a:rPr lang="es-ES" sz="1200" b="1" u="sng" dirty="0" smtClean="0">
              <a:latin typeface="Arial" panose="020B0604020202020204" pitchFamily="34" charset="0"/>
              <a:cs typeface="Arial" panose="020B0604020202020204" pitchFamily="34" charset="0"/>
            </a:rPr>
            <a:t>DISTRIBUCION:</a:t>
          </a:r>
        </a:p>
        <a:p>
          <a:r>
            <a:rPr lang="es-ES" sz="1200" dirty="0" smtClean="0">
              <a:latin typeface="Arial" panose="020B0604020202020204" pitchFamily="34" charset="0"/>
              <a:cs typeface="Arial" panose="020B0604020202020204" pitchFamily="34" charset="0"/>
            </a:rPr>
            <a:t>CORPOELEC</a:t>
          </a:r>
        </a:p>
        <a:p>
          <a:endParaRPr lang="es-ES" sz="1200" dirty="0" smtClean="0">
            <a:latin typeface="Arial" panose="020B0604020202020204" pitchFamily="34" charset="0"/>
            <a:cs typeface="Arial" panose="020B0604020202020204" pitchFamily="34" charset="0"/>
          </a:endParaRPr>
        </a:p>
        <a:p>
          <a:endParaRPr lang="es-ES" sz="1200" dirty="0">
            <a:latin typeface="Arial" panose="020B0604020202020204" pitchFamily="34" charset="0"/>
            <a:cs typeface="Arial" panose="020B0604020202020204" pitchFamily="34" charset="0"/>
          </a:endParaRPr>
        </a:p>
      </dgm:t>
    </dgm:pt>
    <dgm:pt modelId="{0A14BB11-0BCD-4D85-A01A-4713FB8DB2F7}" type="parTrans" cxnId="{A393F267-CDD1-407A-9562-F021480A1ADE}">
      <dgm:prSet/>
      <dgm:spPr/>
      <dgm:t>
        <a:bodyPr/>
        <a:lstStyle/>
        <a:p>
          <a:endParaRPr lang="es-ES"/>
        </a:p>
      </dgm:t>
    </dgm:pt>
    <dgm:pt modelId="{664567A4-6776-4ED0-BBED-E89E29C1D3D6}" type="sibTrans" cxnId="{A393F267-CDD1-407A-9562-F021480A1ADE}">
      <dgm:prSet/>
      <dgm:spPr/>
      <dgm:t>
        <a:bodyPr/>
        <a:lstStyle/>
        <a:p>
          <a:endParaRPr lang="es-ES"/>
        </a:p>
      </dgm:t>
    </dgm:pt>
    <dgm:pt modelId="{5459E5A9-C42E-47E0-94DF-E4A7F3131D71}">
      <dgm:prSet phldrT="[Texto]" custT="1"/>
      <dgm:spPr/>
      <dgm:t>
        <a:bodyPr/>
        <a:lstStyle/>
        <a:p>
          <a:r>
            <a:rPr lang="es-ES" sz="1200" b="1" u="sng" dirty="0" smtClean="0">
              <a:latin typeface="Arial" panose="020B0604020202020204" pitchFamily="34" charset="0"/>
              <a:cs typeface="Arial" panose="020B0604020202020204" pitchFamily="34" charset="0"/>
            </a:rPr>
            <a:t>COMERCIALIZACION:</a:t>
          </a:r>
        </a:p>
        <a:p>
          <a:r>
            <a:rPr lang="es-ES" sz="1200" dirty="0" smtClean="0">
              <a:latin typeface="Arial" panose="020B0604020202020204" pitchFamily="34" charset="0"/>
              <a:cs typeface="Arial" panose="020B0604020202020204" pitchFamily="34" charset="0"/>
            </a:rPr>
            <a:t>CORPOELEC </a:t>
          </a:r>
        </a:p>
        <a:p>
          <a:endParaRPr lang="es-ES" sz="1200" dirty="0" smtClean="0">
            <a:latin typeface="Arial" panose="020B0604020202020204" pitchFamily="34" charset="0"/>
            <a:cs typeface="Arial" panose="020B0604020202020204" pitchFamily="34" charset="0"/>
          </a:endParaRPr>
        </a:p>
        <a:p>
          <a:endParaRPr lang="es-ES" sz="1200" dirty="0">
            <a:latin typeface="Arial" panose="020B0604020202020204" pitchFamily="34" charset="0"/>
            <a:cs typeface="Arial" panose="020B0604020202020204" pitchFamily="34" charset="0"/>
          </a:endParaRPr>
        </a:p>
      </dgm:t>
    </dgm:pt>
    <dgm:pt modelId="{B784C48C-E008-4E6C-AA15-C6C1AA1D3D9C}" type="parTrans" cxnId="{FD543DEC-C6B7-4D78-95C7-8C5ED449E3BB}">
      <dgm:prSet/>
      <dgm:spPr/>
      <dgm:t>
        <a:bodyPr/>
        <a:lstStyle/>
        <a:p>
          <a:endParaRPr lang="es-ES"/>
        </a:p>
      </dgm:t>
    </dgm:pt>
    <dgm:pt modelId="{500ACEEC-4135-44F1-9720-F67A2017DBD3}" type="sibTrans" cxnId="{FD543DEC-C6B7-4D78-95C7-8C5ED449E3BB}">
      <dgm:prSet/>
      <dgm:spPr/>
      <dgm:t>
        <a:bodyPr/>
        <a:lstStyle/>
        <a:p>
          <a:endParaRPr lang="es-ES"/>
        </a:p>
      </dgm:t>
    </dgm:pt>
    <dgm:pt modelId="{7AAD72B4-F213-406F-8F98-A14C38EE4CF6}" type="pres">
      <dgm:prSet presAssocID="{D66462F3-505E-4EFD-BBDB-D5D58580810E}" presName="diagram" presStyleCnt="0">
        <dgm:presLayoutVars>
          <dgm:chMax val="1"/>
          <dgm:dir/>
          <dgm:animLvl val="ctr"/>
          <dgm:resizeHandles val="exact"/>
        </dgm:presLayoutVars>
      </dgm:prSet>
      <dgm:spPr/>
      <dgm:t>
        <a:bodyPr/>
        <a:lstStyle/>
        <a:p>
          <a:endParaRPr lang="es-ES"/>
        </a:p>
      </dgm:t>
    </dgm:pt>
    <dgm:pt modelId="{FF8F9553-0149-4B2C-AA3F-900AB49E5078}" type="pres">
      <dgm:prSet presAssocID="{D66462F3-505E-4EFD-BBDB-D5D58580810E}" presName="matrix" presStyleCnt="0"/>
      <dgm:spPr/>
    </dgm:pt>
    <dgm:pt modelId="{C422DDC2-462B-4127-A4CA-D66E0E4D1F7C}" type="pres">
      <dgm:prSet presAssocID="{D66462F3-505E-4EFD-BBDB-D5D58580810E}" presName="tile1" presStyleLbl="node1" presStyleIdx="0" presStyleCnt="4" custLinFactNeighborY="639"/>
      <dgm:spPr/>
      <dgm:t>
        <a:bodyPr/>
        <a:lstStyle/>
        <a:p>
          <a:endParaRPr lang="es-ES"/>
        </a:p>
      </dgm:t>
    </dgm:pt>
    <dgm:pt modelId="{CE1E7CE2-E0AC-414B-AE86-3F1861B96C05}" type="pres">
      <dgm:prSet presAssocID="{D66462F3-505E-4EFD-BBDB-D5D58580810E}" presName="tile1text" presStyleLbl="node1" presStyleIdx="0" presStyleCnt="4">
        <dgm:presLayoutVars>
          <dgm:chMax val="0"/>
          <dgm:chPref val="0"/>
          <dgm:bulletEnabled val="1"/>
        </dgm:presLayoutVars>
      </dgm:prSet>
      <dgm:spPr/>
      <dgm:t>
        <a:bodyPr/>
        <a:lstStyle/>
        <a:p>
          <a:endParaRPr lang="es-ES"/>
        </a:p>
      </dgm:t>
    </dgm:pt>
    <dgm:pt modelId="{8292B0C4-2286-4C32-9B8D-796D82BC4091}" type="pres">
      <dgm:prSet presAssocID="{D66462F3-505E-4EFD-BBDB-D5D58580810E}" presName="tile2" presStyleLbl="node1" presStyleIdx="1" presStyleCnt="4" custLinFactNeighborY="601"/>
      <dgm:spPr/>
      <dgm:t>
        <a:bodyPr/>
        <a:lstStyle/>
        <a:p>
          <a:endParaRPr lang="es-ES"/>
        </a:p>
      </dgm:t>
    </dgm:pt>
    <dgm:pt modelId="{722D4A52-0812-45C4-8D5B-4DACAF9C8ECA}" type="pres">
      <dgm:prSet presAssocID="{D66462F3-505E-4EFD-BBDB-D5D58580810E}" presName="tile2text" presStyleLbl="node1" presStyleIdx="1" presStyleCnt="4">
        <dgm:presLayoutVars>
          <dgm:chMax val="0"/>
          <dgm:chPref val="0"/>
          <dgm:bulletEnabled val="1"/>
        </dgm:presLayoutVars>
      </dgm:prSet>
      <dgm:spPr/>
      <dgm:t>
        <a:bodyPr/>
        <a:lstStyle/>
        <a:p>
          <a:endParaRPr lang="es-ES"/>
        </a:p>
      </dgm:t>
    </dgm:pt>
    <dgm:pt modelId="{29C7557C-8917-47BD-9A5B-9946B8B1DC7E}" type="pres">
      <dgm:prSet presAssocID="{D66462F3-505E-4EFD-BBDB-D5D58580810E}" presName="tile3" presStyleLbl="node1" presStyleIdx="2" presStyleCnt="4" custLinFactNeighborY="601"/>
      <dgm:spPr/>
      <dgm:t>
        <a:bodyPr/>
        <a:lstStyle/>
        <a:p>
          <a:endParaRPr lang="es-ES"/>
        </a:p>
      </dgm:t>
    </dgm:pt>
    <dgm:pt modelId="{790DD4BF-6D11-47D3-86F7-A5DFDD98545A}" type="pres">
      <dgm:prSet presAssocID="{D66462F3-505E-4EFD-BBDB-D5D58580810E}" presName="tile3text" presStyleLbl="node1" presStyleIdx="2" presStyleCnt="4">
        <dgm:presLayoutVars>
          <dgm:chMax val="0"/>
          <dgm:chPref val="0"/>
          <dgm:bulletEnabled val="1"/>
        </dgm:presLayoutVars>
      </dgm:prSet>
      <dgm:spPr/>
      <dgm:t>
        <a:bodyPr/>
        <a:lstStyle/>
        <a:p>
          <a:endParaRPr lang="es-ES"/>
        </a:p>
      </dgm:t>
    </dgm:pt>
    <dgm:pt modelId="{880EF0A0-04B8-40AC-9269-F6D6D6D66FA6}" type="pres">
      <dgm:prSet presAssocID="{D66462F3-505E-4EFD-BBDB-D5D58580810E}" presName="tile4" presStyleLbl="node1" presStyleIdx="3" presStyleCnt="4" custLinFactNeighborX="3166" custLinFactNeighborY="6331"/>
      <dgm:spPr/>
      <dgm:t>
        <a:bodyPr/>
        <a:lstStyle/>
        <a:p>
          <a:endParaRPr lang="es-ES"/>
        </a:p>
      </dgm:t>
    </dgm:pt>
    <dgm:pt modelId="{55EE7E0E-D451-4684-A480-4B1D04D836F7}" type="pres">
      <dgm:prSet presAssocID="{D66462F3-505E-4EFD-BBDB-D5D58580810E}" presName="tile4text" presStyleLbl="node1" presStyleIdx="3" presStyleCnt="4">
        <dgm:presLayoutVars>
          <dgm:chMax val="0"/>
          <dgm:chPref val="0"/>
          <dgm:bulletEnabled val="1"/>
        </dgm:presLayoutVars>
      </dgm:prSet>
      <dgm:spPr/>
      <dgm:t>
        <a:bodyPr/>
        <a:lstStyle/>
        <a:p>
          <a:endParaRPr lang="es-ES"/>
        </a:p>
      </dgm:t>
    </dgm:pt>
    <dgm:pt modelId="{ADE9605D-AF9C-4DCD-88BB-951A6F7338B7}" type="pres">
      <dgm:prSet presAssocID="{D66462F3-505E-4EFD-BBDB-D5D58580810E}" presName="centerTile" presStyleLbl="fgShp" presStyleIdx="0" presStyleCnt="1" custScaleX="109073" custScaleY="47552">
        <dgm:presLayoutVars>
          <dgm:chMax val="0"/>
          <dgm:chPref val="0"/>
        </dgm:presLayoutVars>
      </dgm:prSet>
      <dgm:spPr/>
      <dgm:t>
        <a:bodyPr/>
        <a:lstStyle/>
        <a:p>
          <a:endParaRPr lang="es-ES"/>
        </a:p>
      </dgm:t>
    </dgm:pt>
  </dgm:ptLst>
  <dgm:cxnLst>
    <dgm:cxn modelId="{94A1EBF2-488A-41BE-A811-5CDAD614FC7B}" type="presOf" srcId="{BA990C27-41CB-4CA5-AEEE-D020CF749196}" destId="{C422DDC2-462B-4127-A4CA-D66E0E4D1F7C}" srcOrd="0" destOrd="0" presId="urn:microsoft.com/office/officeart/2005/8/layout/matrix1"/>
    <dgm:cxn modelId="{0B6E6306-2DB3-4848-8904-3E7876A00425}" srcId="{94319173-9BAC-427F-A82C-3E0653B15168}" destId="{CC8A2B69-36DD-4205-BBFC-EF75178B4230}" srcOrd="1" destOrd="0" parTransId="{2E121938-2467-4271-939B-B33B85D03C19}" sibTransId="{7EEDDB43-2F3D-4FF1-9272-371D57A4035B}"/>
    <dgm:cxn modelId="{4EDEF650-D0A9-4071-B26F-04EEB8703985}" type="presOf" srcId="{5459E5A9-C42E-47E0-94DF-E4A7F3131D71}" destId="{55EE7E0E-D451-4684-A480-4B1D04D836F7}" srcOrd="1" destOrd="0" presId="urn:microsoft.com/office/officeart/2005/8/layout/matrix1"/>
    <dgm:cxn modelId="{2CF0899C-276C-42E9-8586-22C98327ACF7}" type="presOf" srcId="{94319173-9BAC-427F-A82C-3E0653B15168}" destId="{ADE9605D-AF9C-4DCD-88BB-951A6F7338B7}" srcOrd="0" destOrd="0" presId="urn:microsoft.com/office/officeart/2005/8/layout/matrix1"/>
    <dgm:cxn modelId="{AD74C535-81B0-4150-9113-D2A802D2962E}" type="presOf" srcId="{CC8A2B69-36DD-4205-BBFC-EF75178B4230}" destId="{8292B0C4-2286-4C32-9B8D-796D82BC4091}" srcOrd="0" destOrd="0" presId="urn:microsoft.com/office/officeart/2005/8/layout/matrix1"/>
    <dgm:cxn modelId="{EA0CB549-8082-40BD-B569-9B53A88AE091}" type="presOf" srcId="{47D5A1A8-5462-4749-8799-E3D76681043B}" destId="{790DD4BF-6D11-47D3-86F7-A5DFDD98545A}" srcOrd="1" destOrd="0" presId="urn:microsoft.com/office/officeart/2005/8/layout/matrix1"/>
    <dgm:cxn modelId="{5329F321-AA7D-4F09-B567-DDE2AAC2E8D4}" type="presOf" srcId="{BA990C27-41CB-4CA5-AEEE-D020CF749196}" destId="{CE1E7CE2-E0AC-414B-AE86-3F1861B96C05}" srcOrd="1" destOrd="0" presId="urn:microsoft.com/office/officeart/2005/8/layout/matrix1"/>
    <dgm:cxn modelId="{A85EE762-5862-4C00-9589-6D47799A7932}" type="presOf" srcId="{CC8A2B69-36DD-4205-BBFC-EF75178B4230}" destId="{722D4A52-0812-45C4-8D5B-4DACAF9C8ECA}" srcOrd="1" destOrd="0" presId="urn:microsoft.com/office/officeart/2005/8/layout/matrix1"/>
    <dgm:cxn modelId="{A393F267-CDD1-407A-9562-F021480A1ADE}" srcId="{94319173-9BAC-427F-A82C-3E0653B15168}" destId="{47D5A1A8-5462-4749-8799-E3D76681043B}" srcOrd="2" destOrd="0" parTransId="{0A14BB11-0BCD-4D85-A01A-4713FB8DB2F7}" sibTransId="{664567A4-6776-4ED0-BBED-E89E29C1D3D6}"/>
    <dgm:cxn modelId="{FD543DEC-C6B7-4D78-95C7-8C5ED449E3BB}" srcId="{94319173-9BAC-427F-A82C-3E0653B15168}" destId="{5459E5A9-C42E-47E0-94DF-E4A7F3131D71}" srcOrd="3" destOrd="0" parTransId="{B784C48C-E008-4E6C-AA15-C6C1AA1D3D9C}" sibTransId="{500ACEEC-4135-44F1-9720-F67A2017DBD3}"/>
    <dgm:cxn modelId="{1C7FE5B8-BCEA-4CD6-8C97-9D73A42993D3}" srcId="{D66462F3-505E-4EFD-BBDB-D5D58580810E}" destId="{94319173-9BAC-427F-A82C-3E0653B15168}" srcOrd="0" destOrd="0" parTransId="{262EC111-5410-4225-9C59-EA0A773CCAEC}" sibTransId="{4F7DE257-EFC5-4ECB-83F2-06A12E2DFD2F}"/>
    <dgm:cxn modelId="{5AD00621-57FD-40C7-B878-B8875EE6AD87}" type="presOf" srcId="{5459E5A9-C42E-47E0-94DF-E4A7F3131D71}" destId="{880EF0A0-04B8-40AC-9269-F6D6D6D66FA6}" srcOrd="0" destOrd="0" presId="urn:microsoft.com/office/officeart/2005/8/layout/matrix1"/>
    <dgm:cxn modelId="{4328381F-432C-4232-A6C8-459F4CAE9ACF}" type="presOf" srcId="{47D5A1A8-5462-4749-8799-E3D76681043B}" destId="{29C7557C-8917-47BD-9A5B-9946B8B1DC7E}" srcOrd="0" destOrd="0" presId="urn:microsoft.com/office/officeart/2005/8/layout/matrix1"/>
    <dgm:cxn modelId="{4FBE4CC9-8242-495A-8D16-1E18A3B37717}" srcId="{94319173-9BAC-427F-A82C-3E0653B15168}" destId="{BA990C27-41CB-4CA5-AEEE-D020CF749196}" srcOrd="0" destOrd="0" parTransId="{CF49740B-3AAF-4E9C-AFAE-A01CA045FB8C}" sibTransId="{ADAC9DF9-453C-425A-9CDD-5F3D31E6415D}"/>
    <dgm:cxn modelId="{7DFEAEB6-0063-4C79-A5B0-EEAAE66BA572}" type="presOf" srcId="{D66462F3-505E-4EFD-BBDB-D5D58580810E}" destId="{7AAD72B4-F213-406F-8F98-A14C38EE4CF6}" srcOrd="0" destOrd="0" presId="urn:microsoft.com/office/officeart/2005/8/layout/matrix1"/>
    <dgm:cxn modelId="{8A487275-C6B8-45E6-B0D2-B2006E108E5B}" type="presParOf" srcId="{7AAD72B4-F213-406F-8F98-A14C38EE4CF6}" destId="{FF8F9553-0149-4B2C-AA3F-900AB49E5078}" srcOrd="0" destOrd="0" presId="urn:microsoft.com/office/officeart/2005/8/layout/matrix1"/>
    <dgm:cxn modelId="{9DAD85A4-0E2D-4D1F-A4C7-A517318F6935}" type="presParOf" srcId="{FF8F9553-0149-4B2C-AA3F-900AB49E5078}" destId="{C422DDC2-462B-4127-A4CA-D66E0E4D1F7C}" srcOrd="0" destOrd="0" presId="urn:microsoft.com/office/officeart/2005/8/layout/matrix1"/>
    <dgm:cxn modelId="{C826DC2B-E93F-425F-8C86-D9661A972CE0}" type="presParOf" srcId="{FF8F9553-0149-4B2C-AA3F-900AB49E5078}" destId="{CE1E7CE2-E0AC-414B-AE86-3F1861B96C05}" srcOrd="1" destOrd="0" presId="urn:microsoft.com/office/officeart/2005/8/layout/matrix1"/>
    <dgm:cxn modelId="{D96942C0-9495-4A51-B7B1-11F1EF101843}" type="presParOf" srcId="{FF8F9553-0149-4B2C-AA3F-900AB49E5078}" destId="{8292B0C4-2286-4C32-9B8D-796D82BC4091}" srcOrd="2" destOrd="0" presId="urn:microsoft.com/office/officeart/2005/8/layout/matrix1"/>
    <dgm:cxn modelId="{8F86E3BB-5005-4A6A-9725-40A7CD6EDDC5}" type="presParOf" srcId="{FF8F9553-0149-4B2C-AA3F-900AB49E5078}" destId="{722D4A52-0812-45C4-8D5B-4DACAF9C8ECA}" srcOrd="3" destOrd="0" presId="urn:microsoft.com/office/officeart/2005/8/layout/matrix1"/>
    <dgm:cxn modelId="{867E93A9-DDD8-4618-8182-228CABD201FB}" type="presParOf" srcId="{FF8F9553-0149-4B2C-AA3F-900AB49E5078}" destId="{29C7557C-8917-47BD-9A5B-9946B8B1DC7E}" srcOrd="4" destOrd="0" presId="urn:microsoft.com/office/officeart/2005/8/layout/matrix1"/>
    <dgm:cxn modelId="{8AC34413-7D27-4DFC-AFFC-E96787D5BF93}" type="presParOf" srcId="{FF8F9553-0149-4B2C-AA3F-900AB49E5078}" destId="{790DD4BF-6D11-47D3-86F7-A5DFDD98545A}" srcOrd="5" destOrd="0" presId="urn:microsoft.com/office/officeart/2005/8/layout/matrix1"/>
    <dgm:cxn modelId="{683CFC40-491B-439A-A8AF-A3A024A9B54B}" type="presParOf" srcId="{FF8F9553-0149-4B2C-AA3F-900AB49E5078}" destId="{880EF0A0-04B8-40AC-9269-F6D6D6D66FA6}" srcOrd="6" destOrd="0" presId="urn:microsoft.com/office/officeart/2005/8/layout/matrix1"/>
    <dgm:cxn modelId="{705A93DF-E4D2-41BE-97F3-E636231BEBB8}" type="presParOf" srcId="{FF8F9553-0149-4B2C-AA3F-900AB49E5078}" destId="{55EE7E0E-D451-4684-A480-4B1D04D836F7}" srcOrd="7" destOrd="0" presId="urn:microsoft.com/office/officeart/2005/8/layout/matrix1"/>
    <dgm:cxn modelId="{938FC21A-1398-4DBE-A89E-05D2CDA8DD87}" type="presParOf" srcId="{7AAD72B4-F213-406F-8F98-A14C38EE4CF6}" destId="{ADE9605D-AF9C-4DCD-88BB-951A6F7338B7}" srcOrd="1" destOrd="0" presId="urn:microsoft.com/office/officeart/2005/8/layout/matrix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06CA8B-BBF2-4D54-A3D7-DAE456387CC8}">
      <dsp:nvSpPr>
        <dsp:cNvPr id="0" name=""/>
        <dsp:cNvSpPr/>
      </dsp:nvSpPr>
      <dsp:spPr>
        <a:xfrm rot="16200000">
          <a:off x="347033" y="-194969"/>
          <a:ext cx="2056390" cy="2750457"/>
        </a:xfrm>
        <a:prstGeom prst="round1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lvl="0" algn="l" defTabSz="533400">
            <a:lnSpc>
              <a:spcPct val="90000"/>
            </a:lnSpc>
            <a:spcBef>
              <a:spcPct val="0"/>
            </a:spcBef>
            <a:spcAft>
              <a:spcPct val="35000"/>
            </a:spcAft>
          </a:pPr>
          <a:r>
            <a:rPr lang="es-ES" sz="1200" b="1" u="sng" kern="1200" dirty="0" smtClean="0">
              <a:latin typeface="Arial" panose="020B0604020202020204" pitchFamily="34" charset="0"/>
              <a:cs typeface="Arial" panose="020B0604020202020204" pitchFamily="34" charset="0"/>
            </a:rPr>
            <a:t>GENERACION:</a:t>
          </a:r>
        </a:p>
        <a:p>
          <a:pPr lvl="0" algn="l" defTabSz="533400">
            <a:lnSpc>
              <a:spcPct val="90000"/>
            </a:lnSpc>
            <a:spcBef>
              <a:spcPct val="0"/>
            </a:spcBef>
            <a:spcAft>
              <a:spcPct val="35000"/>
            </a:spcAft>
          </a:pPr>
          <a:r>
            <a:rPr lang="es-ES" sz="1200" kern="1200" dirty="0" smtClean="0">
              <a:latin typeface="Arial" panose="020B0604020202020204" pitchFamily="34" charset="0"/>
              <a:cs typeface="Arial" panose="020B0604020202020204" pitchFamily="34" charset="0"/>
            </a:rPr>
            <a:t>CADAFE</a:t>
          </a:r>
        </a:p>
        <a:p>
          <a:pPr lvl="0" algn="l" defTabSz="533400">
            <a:lnSpc>
              <a:spcPct val="90000"/>
            </a:lnSpc>
            <a:spcBef>
              <a:spcPct val="0"/>
            </a:spcBef>
            <a:spcAft>
              <a:spcPct val="35000"/>
            </a:spcAft>
          </a:pPr>
          <a:r>
            <a:rPr lang="es-ES" sz="1200" kern="1200" dirty="0" smtClean="0">
              <a:latin typeface="Arial" panose="020B0604020202020204" pitchFamily="34" charset="0"/>
              <a:cs typeface="Arial" panose="020B0604020202020204" pitchFamily="34" charset="0"/>
            </a:rPr>
            <a:t>EDELCA</a:t>
          </a:r>
        </a:p>
        <a:p>
          <a:pPr lvl="0" algn="l" defTabSz="533400">
            <a:lnSpc>
              <a:spcPct val="90000"/>
            </a:lnSpc>
            <a:spcBef>
              <a:spcPct val="0"/>
            </a:spcBef>
            <a:spcAft>
              <a:spcPct val="35000"/>
            </a:spcAft>
          </a:pPr>
          <a:r>
            <a:rPr lang="es-ES" sz="1200" kern="1200" dirty="0" smtClean="0">
              <a:latin typeface="Arial" panose="020B0604020202020204" pitchFamily="34" charset="0"/>
              <a:cs typeface="Arial" panose="020B0604020202020204" pitchFamily="34" charset="0"/>
            </a:rPr>
            <a:t>ENELBAR</a:t>
          </a:r>
        </a:p>
        <a:p>
          <a:pPr lvl="0" algn="l" defTabSz="533400">
            <a:lnSpc>
              <a:spcPct val="90000"/>
            </a:lnSpc>
            <a:spcBef>
              <a:spcPct val="0"/>
            </a:spcBef>
            <a:spcAft>
              <a:spcPct val="35000"/>
            </a:spcAft>
          </a:pPr>
          <a:r>
            <a:rPr lang="es-ES" sz="1200" kern="1200" dirty="0" smtClean="0">
              <a:latin typeface="Arial" panose="020B0604020202020204" pitchFamily="34" charset="0"/>
              <a:cs typeface="Arial" panose="020B0604020202020204" pitchFamily="34" charset="0"/>
            </a:rPr>
            <a:t>ELEVEN</a:t>
          </a:r>
        </a:p>
        <a:p>
          <a:pPr lvl="0" algn="l" defTabSz="533400">
            <a:lnSpc>
              <a:spcPct val="90000"/>
            </a:lnSpc>
            <a:spcBef>
              <a:spcPct val="0"/>
            </a:spcBef>
            <a:spcAft>
              <a:spcPct val="35000"/>
            </a:spcAft>
          </a:pPr>
          <a:r>
            <a:rPr lang="es-ES" sz="1200" kern="1200" dirty="0" smtClean="0">
              <a:latin typeface="Arial" panose="020B0604020202020204" pitchFamily="34" charset="0"/>
              <a:cs typeface="Arial" panose="020B0604020202020204" pitchFamily="34" charset="0"/>
            </a:rPr>
            <a:t>PDVSA</a:t>
          </a:r>
        </a:p>
      </dsp:txBody>
      <dsp:txXfrm rot="5400000">
        <a:off x="0" y="152064"/>
        <a:ext cx="2750457" cy="1542292"/>
      </dsp:txXfrm>
    </dsp:sp>
    <dsp:sp modelId="{2DF0B3DF-C249-4083-B12B-323EA79CDA47}">
      <dsp:nvSpPr>
        <dsp:cNvPr id="0" name=""/>
        <dsp:cNvSpPr/>
      </dsp:nvSpPr>
      <dsp:spPr>
        <a:xfrm>
          <a:off x="2750457" y="153344"/>
          <a:ext cx="2750457" cy="2139272"/>
        </a:xfrm>
        <a:prstGeom prst="round1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lvl="0" algn="l" defTabSz="533400">
            <a:lnSpc>
              <a:spcPct val="90000"/>
            </a:lnSpc>
            <a:spcBef>
              <a:spcPct val="0"/>
            </a:spcBef>
            <a:spcAft>
              <a:spcPct val="35000"/>
            </a:spcAft>
          </a:pPr>
          <a:r>
            <a:rPr lang="es-ES" sz="1200" b="1" u="sng" kern="1200" dirty="0" smtClean="0">
              <a:latin typeface="Arial" panose="020B0604020202020204" pitchFamily="34" charset="0"/>
              <a:cs typeface="Arial" panose="020B0604020202020204" pitchFamily="34" charset="0"/>
            </a:rPr>
            <a:t>TRANSFORMACION:</a:t>
          </a:r>
        </a:p>
        <a:p>
          <a:pPr lvl="0" algn="l" defTabSz="533400">
            <a:lnSpc>
              <a:spcPct val="90000"/>
            </a:lnSpc>
            <a:spcBef>
              <a:spcPct val="0"/>
            </a:spcBef>
            <a:spcAft>
              <a:spcPct val="35000"/>
            </a:spcAft>
          </a:pPr>
          <a:r>
            <a:rPr lang="es-ES" sz="1200" kern="1200" dirty="0" smtClean="0">
              <a:latin typeface="Arial" panose="020B0604020202020204" pitchFamily="34" charset="0"/>
              <a:cs typeface="Arial" panose="020B0604020202020204" pitchFamily="34" charset="0"/>
            </a:rPr>
            <a:t>CADAFE</a:t>
          </a:r>
        </a:p>
        <a:p>
          <a:pPr lvl="0" algn="l" defTabSz="533400">
            <a:lnSpc>
              <a:spcPct val="90000"/>
            </a:lnSpc>
            <a:spcBef>
              <a:spcPct val="0"/>
            </a:spcBef>
            <a:spcAft>
              <a:spcPct val="35000"/>
            </a:spcAft>
          </a:pPr>
          <a:r>
            <a:rPr lang="es-ES" sz="1200" kern="1200" dirty="0" smtClean="0">
              <a:latin typeface="Arial" panose="020B0604020202020204" pitchFamily="34" charset="0"/>
              <a:cs typeface="Arial" panose="020B0604020202020204" pitchFamily="34" charset="0"/>
            </a:rPr>
            <a:t>EDELCA</a:t>
          </a:r>
        </a:p>
        <a:p>
          <a:pPr lvl="0" algn="l" defTabSz="533400">
            <a:lnSpc>
              <a:spcPct val="90000"/>
            </a:lnSpc>
            <a:spcBef>
              <a:spcPct val="0"/>
            </a:spcBef>
            <a:spcAft>
              <a:spcPct val="35000"/>
            </a:spcAft>
          </a:pPr>
          <a:r>
            <a:rPr lang="es-ES" sz="1200" kern="1200" dirty="0" smtClean="0">
              <a:latin typeface="Arial" panose="020B0604020202020204" pitchFamily="34" charset="0"/>
              <a:cs typeface="Arial" panose="020B0604020202020204" pitchFamily="34" charset="0"/>
            </a:rPr>
            <a:t>ENELVE</a:t>
          </a:r>
        </a:p>
        <a:p>
          <a:pPr lvl="0" algn="l" defTabSz="533400">
            <a:lnSpc>
              <a:spcPct val="90000"/>
            </a:lnSpc>
            <a:spcBef>
              <a:spcPct val="0"/>
            </a:spcBef>
            <a:spcAft>
              <a:spcPct val="35000"/>
            </a:spcAft>
          </a:pPr>
          <a:endParaRPr lang="es-ES" sz="1200" kern="1200" dirty="0" smtClean="0">
            <a:latin typeface="Arial" panose="020B0604020202020204" pitchFamily="34" charset="0"/>
            <a:cs typeface="Arial" panose="020B0604020202020204" pitchFamily="34" charset="0"/>
          </a:endParaRPr>
        </a:p>
        <a:p>
          <a:pPr lvl="0" algn="l" defTabSz="533400">
            <a:lnSpc>
              <a:spcPct val="90000"/>
            </a:lnSpc>
            <a:spcBef>
              <a:spcPct val="0"/>
            </a:spcBef>
            <a:spcAft>
              <a:spcPct val="35000"/>
            </a:spcAft>
          </a:pPr>
          <a:endParaRPr lang="es-ES" sz="1200" kern="1200" dirty="0" smtClean="0">
            <a:latin typeface="Arial" panose="020B0604020202020204" pitchFamily="34" charset="0"/>
            <a:cs typeface="Arial" panose="020B0604020202020204" pitchFamily="34" charset="0"/>
          </a:endParaRPr>
        </a:p>
      </dsp:txBody>
      <dsp:txXfrm>
        <a:off x="2750457" y="153344"/>
        <a:ext cx="2750457" cy="1604454"/>
      </dsp:txXfrm>
    </dsp:sp>
    <dsp:sp modelId="{D66F9273-F889-40E3-A8D9-E5B39C36F6F3}">
      <dsp:nvSpPr>
        <dsp:cNvPr id="0" name=""/>
        <dsp:cNvSpPr/>
      </dsp:nvSpPr>
      <dsp:spPr>
        <a:xfrm rot="10800000">
          <a:off x="0" y="2205182"/>
          <a:ext cx="2750457" cy="2500188"/>
        </a:xfrm>
        <a:prstGeom prst="round1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lvl="0" algn="l" defTabSz="533400">
            <a:lnSpc>
              <a:spcPct val="90000"/>
            </a:lnSpc>
            <a:spcBef>
              <a:spcPct val="0"/>
            </a:spcBef>
            <a:spcAft>
              <a:spcPct val="35000"/>
            </a:spcAft>
          </a:pPr>
          <a:r>
            <a:rPr lang="es-ES" sz="1200" b="1" i="0" u="sng" kern="1200" dirty="0" smtClean="0">
              <a:latin typeface="Arial" panose="020B0604020202020204" pitchFamily="34" charset="0"/>
              <a:cs typeface="Arial" panose="020B0604020202020204" pitchFamily="34" charset="0"/>
            </a:rPr>
            <a:t>DISTRIBUCION:</a:t>
          </a:r>
        </a:p>
        <a:p>
          <a:pPr lvl="0" algn="l" defTabSz="533400">
            <a:lnSpc>
              <a:spcPct val="90000"/>
            </a:lnSpc>
            <a:spcBef>
              <a:spcPct val="0"/>
            </a:spcBef>
            <a:spcAft>
              <a:spcPct val="35000"/>
            </a:spcAft>
          </a:pPr>
          <a:r>
            <a:rPr lang="es-ES" sz="1200" kern="1200" dirty="0" smtClean="0">
              <a:latin typeface="Arial" panose="020B0604020202020204" pitchFamily="34" charset="0"/>
              <a:cs typeface="Arial" panose="020B0604020202020204" pitchFamily="34" charset="0"/>
            </a:rPr>
            <a:t>CADELCA</a:t>
          </a:r>
        </a:p>
        <a:p>
          <a:pPr lvl="0" algn="l" defTabSz="533400">
            <a:lnSpc>
              <a:spcPct val="90000"/>
            </a:lnSpc>
            <a:spcBef>
              <a:spcPct val="0"/>
            </a:spcBef>
            <a:spcAft>
              <a:spcPct val="35000"/>
            </a:spcAft>
          </a:pPr>
          <a:r>
            <a:rPr lang="es-ES" sz="1200" kern="1200" dirty="0" smtClean="0">
              <a:latin typeface="Arial" panose="020B0604020202020204" pitchFamily="34" charset="0"/>
              <a:cs typeface="Arial" panose="020B0604020202020204" pitchFamily="34" charset="0"/>
            </a:rPr>
            <a:t>EDELCA</a:t>
          </a:r>
        </a:p>
        <a:p>
          <a:pPr lvl="0" algn="l" defTabSz="533400">
            <a:lnSpc>
              <a:spcPct val="90000"/>
            </a:lnSpc>
            <a:spcBef>
              <a:spcPct val="0"/>
            </a:spcBef>
            <a:spcAft>
              <a:spcPct val="35000"/>
            </a:spcAft>
          </a:pPr>
          <a:r>
            <a:rPr lang="es-ES" sz="1200" kern="1200" dirty="0" smtClean="0">
              <a:latin typeface="Arial" panose="020B0604020202020204" pitchFamily="34" charset="0"/>
              <a:cs typeface="Arial" panose="020B0604020202020204" pitchFamily="34" charset="0"/>
            </a:rPr>
            <a:t>ELECENTRO</a:t>
          </a:r>
        </a:p>
        <a:p>
          <a:pPr lvl="0" algn="l" defTabSz="533400">
            <a:lnSpc>
              <a:spcPct val="90000"/>
            </a:lnSpc>
            <a:spcBef>
              <a:spcPct val="0"/>
            </a:spcBef>
            <a:spcAft>
              <a:spcPct val="35000"/>
            </a:spcAft>
          </a:pPr>
          <a:r>
            <a:rPr lang="es-ES" sz="1200" kern="1200" dirty="0" smtClean="0">
              <a:latin typeface="Arial" panose="020B0604020202020204" pitchFamily="34" charset="0"/>
              <a:cs typeface="Arial" panose="020B0604020202020204" pitchFamily="34" charset="0"/>
            </a:rPr>
            <a:t>ELEOCCIDENTE</a:t>
          </a:r>
        </a:p>
        <a:p>
          <a:pPr lvl="0" algn="l" defTabSz="533400">
            <a:lnSpc>
              <a:spcPct val="90000"/>
            </a:lnSpc>
            <a:spcBef>
              <a:spcPct val="0"/>
            </a:spcBef>
            <a:spcAft>
              <a:spcPct val="35000"/>
            </a:spcAft>
          </a:pPr>
          <a:r>
            <a:rPr lang="es-ES" sz="1200" kern="1200" dirty="0" smtClean="0">
              <a:latin typeface="Arial" panose="020B0604020202020204" pitchFamily="34" charset="0"/>
              <a:cs typeface="Arial" panose="020B0604020202020204" pitchFamily="34" charset="0"/>
            </a:rPr>
            <a:t>ENELBAR</a:t>
          </a:r>
        </a:p>
        <a:p>
          <a:pPr lvl="0" algn="l" defTabSz="533400">
            <a:lnSpc>
              <a:spcPct val="90000"/>
            </a:lnSpc>
            <a:spcBef>
              <a:spcPct val="0"/>
            </a:spcBef>
            <a:spcAft>
              <a:spcPct val="35000"/>
            </a:spcAft>
          </a:pPr>
          <a:r>
            <a:rPr lang="es-ES" sz="1200" kern="1200" dirty="0" smtClean="0">
              <a:latin typeface="Arial" panose="020B0604020202020204" pitchFamily="34" charset="0"/>
              <a:cs typeface="Arial" panose="020B0604020202020204" pitchFamily="34" charset="0"/>
            </a:rPr>
            <a:t>ENELCO</a:t>
          </a:r>
        </a:p>
        <a:p>
          <a:pPr lvl="0" algn="l" defTabSz="533400">
            <a:lnSpc>
              <a:spcPct val="90000"/>
            </a:lnSpc>
            <a:spcBef>
              <a:spcPct val="0"/>
            </a:spcBef>
            <a:spcAft>
              <a:spcPct val="35000"/>
            </a:spcAft>
          </a:pPr>
          <a:r>
            <a:rPr lang="es-ES" sz="1200" kern="1200" dirty="0" smtClean="0">
              <a:latin typeface="Arial" panose="020B0604020202020204" pitchFamily="34" charset="0"/>
              <a:cs typeface="Arial" panose="020B0604020202020204" pitchFamily="34" charset="0"/>
            </a:rPr>
            <a:t>ENELVEN</a:t>
          </a:r>
        </a:p>
        <a:p>
          <a:pPr lvl="0" algn="l" defTabSz="533400">
            <a:lnSpc>
              <a:spcPct val="90000"/>
            </a:lnSpc>
            <a:spcBef>
              <a:spcPct val="0"/>
            </a:spcBef>
            <a:spcAft>
              <a:spcPct val="35000"/>
            </a:spcAft>
          </a:pPr>
          <a:r>
            <a:rPr lang="es-ES" sz="1200" kern="1200" dirty="0" smtClean="0">
              <a:latin typeface="Arial" panose="020B0604020202020204" pitchFamily="34" charset="0"/>
              <a:cs typeface="Arial" panose="020B0604020202020204" pitchFamily="34" charset="0"/>
            </a:rPr>
            <a:t>SEMDA</a:t>
          </a:r>
        </a:p>
        <a:p>
          <a:pPr lvl="0" algn="l" defTabSz="533400">
            <a:lnSpc>
              <a:spcPct val="90000"/>
            </a:lnSpc>
            <a:spcBef>
              <a:spcPct val="0"/>
            </a:spcBef>
            <a:spcAft>
              <a:spcPct val="35000"/>
            </a:spcAft>
          </a:pPr>
          <a:endParaRPr lang="es-ES" sz="1200" kern="1200" dirty="0" smtClean="0">
            <a:latin typeface="Arial" panose="020B0604020202020204" pitchFamily="34" charset="0"/>
            <a:cs typeface="Arial" panose="020B0604020202020204" pitchFamily="34" charset="0"/>
          </a:endParaRPr>
        </a:p>
        <a:p>
          <a:pPr lvl="0" algn="l" defTabSz="533400">
            <a:lnSpc>
              <a:spcPct val="90000"/>
            </a:lnSpc>
            <a:spcBef>
              <a:spcPct val="0"/>
            </a:spcBef>
            <a:spcAft>
              <a:spcPct val="35000"/>
            </a:spcAft>
          </a:pPr>
          <a:endParaRPr lang="es-ES" sz="1200" kern="1200" dirty="0" smtClean="0">
            <a:latin typeface="Arial" panose="020B0604020202020204" pitchFamily="34" charset="0"/>
            <a:cs typeface="Arial" panose="020B0604020202020204" pitchFamily="34" charset="0"/>
          </a:endParaRPr>
        </a:p>
        <a:p>
          <a:pPr lvl="0" algn="l" defTabSz="533400">
            <a:lnSpc>
              <a:spcPct val="90000"/>
            </a:lnSpc>
            <a:spcBef>
              <a:spcPct val="0"/>
            </a:spcBef>
            <a:spcAft>
              <a:spcPct val="35000"/>
            </a:spcAft>
          </a:pPr>
          <a:endParaRPr lang="es-ES" sz="1200" kern="1200" dirty="0" smtClean="0">
            <a:latin typeface="Arial" panose="020B0604020202020204" pitchFamily="34" charset="0"/>
            <a:cs typeface="Arial" panose="020B0604020202020204" pitchFamily="34" charset="0"/>
          </a:endParaRPr>
        </a:p>
      </dsp:txBody>
      <dsp:txXfrm rot="10800000">
        <a:off x="0" y="2830229"/>
        <a:ext cx="2750457" cy="1875141"/>
      </dsp:txXfrm>
    </dsp:sp>
    <dsp:sp modelId="{649DDB78-BA6E-400C-AD9C-40A8EF625E82}">
      <dsp:nvSpPr>
        <dsp:cNvPr id="0" name=""/>
        <dsp:cNvSpPr/>
      </dsp:nvSpPr>
      <dsp:spPr>
        <a:xfrm rot="5400000">
          <a:off x="2883754" y="2083887"/>
          <a:ext cx="2483863" cy="2750457"/>
        </a:xfrm>
        <a:prstGeom prst="round1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lvl="0" algn="l" defTabSz="533400">
            <a:lnSpc>
              <a:spcPct val="90000"/>
            </a:lnSpc>
            <a:spcBef>
              <a:spcPct val="0"/>
            </a:spcBef>
            <a:spcAft>
              <a:spcPct val="35000"/>
            </a:spcAft>
          </a:pPr>
          <a:r>
            <a:rPr lang="es-ES" sz="1200" b="1" i="0" u="sng" kern="1200" dirty="0" smtClean="0">
              <a:latin typeface="Arial" panose="020B0604020202020204" pitchFamily="34" charset="0"/>
              <a:cs typeface="Arial" panose="020B0604020202020204" pitchFamily="34" charset="0"/>
            </a:rPr>
            <a:t>COMERCIALIZACION:</a:t>
          </a:r>
        </a:p>
        <a:p>
          <a:pPr lvl="0" algn="l" defTabSz="533400">
            <a:lnSpc>
              <a:spcPct val="90000"/>
            </a:lnSpc>
            <a:spcBef>
              <a:spcPct val="0"/>
            </a:spcBef>
            <a:spcAft>
              <a:spcPct val="35000"/>
            </a:spcAft>
          </a:pPr>
          <a:r>
            <a:rPr lang="es-ES" sz="1200" kern="1200" dirty="0" smtClean="0">
              <a:latin typeface="Arial" panose="020B0604020202020204" pitchFamily="34" charset="0"/>
              <a:cs typeface="Arial" panose="020B0604020202020204" pitchFamily="34" charset="0"/>
            </a:rPr>
            <a:t>CADAFE</a:t>
          </a:r>
        </a:p>
        <a:p>
          <a:pPr lvl="0" algn="l" defTabSz="533400">
            <a:lnSpc>
              <a:spcPct val="90000"/>
            </a:lnSpc>
            <a:spcBef>
              <a:spcPct val="0"/>
            </a:spcBef>
            <a:spcAft>
              <a:spcPct val="35000"/>
            </a:spcAft>
          </a:pPr>
          <a:r>
            <a:rPr lang="es-ES" sz="1200" kern="1200" dirty="0" smtClean="0">
              <a:latin typeface="Arial" panose="020B0604020202020204" pitchFamily="34" charset="0"/>
              <a:cs typeface="Arial" panose="020B0604020202020204" pitchFamily="34" charset="0"/>
            </a:rPr>
            <a:t>CADELA</a:t>
          </a:r>
        </a:p>
        <a:p>
          <a:pPr lvl="0" algn="l" defTabSz="533400">
            <a:lnSpc>
              <a:spcPct val="90000"/>
            </a:lnSpc>
            <a:spcBef>
              <a:spcPct val="0"/>
            </a:spcBef>
            <a:spcAft>
              <a:spcPct val="35000"/>
            </a:spcAft>
          </a:pPr>
          <a:r>
            <a:rPr lang="es-ES" sz="1200" kern="1200" dirty="0" smtClean="0">
              <a:latin typeface="Arial" panose="020B0604020202020204" pitchFamily="34" charset="0"/>
              <a:cs typeface="Arial" panose="020B0604020202020204" pitchFamily="34" charset="0"/>
            </a:rPr>
            <a:t>EDELCA</a:t>
          </a:r>
        </a:p>
        <a:p>
          <a:pPr lvl="0" algn="l" defTabSz="533400">
            <a:lnSpc>
              <a:spcPct val="90000"/>
            </a:lnSpc>
            <a:spcBef>
              <a:spcPct val="0"/>
            </a:spcBef>
            <a:spcAft>
              <a:spcPct val="35000"/>
            </a:spcAft>
          </a:pPr>
          <a:r>
            <a:rPr lang="es-ES" sz="1200" kern="1200" dirty="0" smtClean="0">
              <a:latin typeface="Arial" panose="020B0604020202020204" pitchFamily="34" charset="0"/>
              <a:cs typeface="Arial" panose="020B0604020202020204" pitchFamily="34" charset="0"/>
            </a:rPr>
            <a:t>ELEOCENTRO</a:t>
          </a:r>
        </a:p>
        <a:p>
          <a:pPr lvl="0" algn="l" defTabSz="533400">
            <a:lnSpc>
              <a:spcPct val="90000"/>
            </a:lnSpc>
            <a:spcBef>
              <a:spcPct val="0"/>
            </a:spcBef>
            <a:spcAft>
              <a:spcPct val="35000"/>
            </a:spcAft>
          </a:pPr>
          <a:r>
            <a:rPr lang="es-ES" sz="1200" kern="1200" dirty="0" smtClean="0">
              <a:latin typeface="Arial" panose="020B0604020202020204" pitchFamily="34" charset="0"/>
              <a:cs typeface="Arial" panose="020B0604020202020204" pitchFamily="34" charset="0"/>
            </a:rPr>
            <a:t>ELEORIENTE</a:t>
          </a:r>
        </a:p>
        <a:p>
          <a:pPr lvl="0" algn="l" defTabSz="533400">
            <a:lnSpc>
              <a:spcPct val="90000"/>
            </a:lnSpc>
            <a:spcBef>
              <a:spcPct val="0"/>
            </a:spcBef>
            <a:spcAft>
              <a:spcPct val="35000"/>
            </a:spcAft>
          </a:pPr>
          <a:r>
            <a:rPr lang="es-ES" sz="1200" kern="1200" dirty="0" smtClean="0">
              <a:latin typeface="Arial" panose="020B0604020202020204" pitchFamily="34" charset="0"/>
              <a:cs typeface="Arial" panose="020B0604020202020204" pitchFamily="34" charset="0"/>
            </a:rPr>
            <a:t>ENELBAT</a:t>
          </a:r>
        </a:p>
        <a:p>
          <a:pPr lvl="0" algn="l" defTabSz="533400">
            <a:lnSpc>
              <a:spcPct val="90000"/>
            </a:lnSpc>
            <a:spcBef>
              <a:spcPct val="0"/>
            </a:spcBef>
            <a:spcAft>
              <a:spcPct val="35000"/>
            </a:spcAft>
          </a:pPr>
          <a:r>
            <a:rPr lang="es-ES" sz="1200" kern="1200" dirty="0" smtClean="0">
              <a:latin typeface="Arial" panose="020B0604020202020204" pitchFamily="34" charset="0"/>
              <a:cs typeface="Arial" panose="020B0604020202020204" pitchFamily="34" charset="0"/>
            </a:rPr>
            <a:t>ENELCO</a:t>
          </a:r>
        </a:p>
        <a:p>
          <a:pPr lvl="0" algn="l" defTabSz="533400">
            <a:lnSpc>
              <a:spcPct val="90000"/>
            </a:lnSpc>
            <a:spcBef>
              <a:spcPct val="0"/>
            </a:spcBef>
            <a:spcAft>
              <a:spcPct val="35000"/>
            </a:spcAft>
          </a:pPr>
          <a:r>
            <a:rPr lang="es-ES" sz="1200" kern="1200" dirty="0" smtClean="0">
              <a:latin typeface="Arial" panose="020B0604020202020204" pitchFamily="34" charset="0"/>
              <a:cs typeface="Arial" panose="020B0604020202020204" pitchFamily="34" charset="0"/>
            </a:rPr>
            <a:t>ENELVEN</a:t>
          </a:r>
        </a:p>
        <a:p>
          <a:pPr lvl="0" algn="l" defTabSz="533400">
            <a:lnSpc>
              <a:spcPct val="90000"/>
            </a:lnSpc>
            <a:spcBef>
              <a:spcPct val="0"/>
            </a:spcBef>
            <a:spcAft>
              <a:spcPct val="35000"/>
            </a:spcAft>
          </a:pPr>
          <a:r>
            <a:rPr lang="es-ES" sz="1200" kern="1200" dirty="0" smtClean="0">
              <a:latin typeface="Arial" panose="020B0604020202020204" pitchFamily="34" charset="0"/>
              <a:cs typeface="Arial" panose="020B0604020202020204" pitchFamily="34" charset="0"/>
            </a:rPr>
            <a:t>SEMDA</a:t>
          </a:r>
        </a:p>
        <a:p>
          <a:pPr lvl="0" algn="l" defTabSz="533400">
            <a:lnSpc>
              <a:spcPct val="90000"/>
            </a:lnSpc>
            <a:spcBef>
              <a:spcPct val="0"/>
            </a:spcBef>
            <a:spcAft>
              <a:spcPct val="35000"/>
            </a:spcAft>
          </a:pPr>
          <a:endParaRPr lang="es-ES" sz="1200" kern="1200" dirty="0" smtClean="0">
            <a:latin typeface="Arial" panose="020B0604020202020204" pitchFamily="34" charset="0"/>
            <a:cs typeface="Arial" panose="020B0604020202020204" pitchFamily="34" charset="0"/>
          </a:endParaRPr>
        </a:p>
        <a:p>
          <a:pPr lvl="0" algn="l" defTabSz="533400">
            <a:lnSpc>
              <a:spcPct val="90000"/>
            </a:lnSpc>
            <a:spcBef>
              <a:spcPct val="0"/>
            </a:spcBef>
            <a:spcAft>
              <a:spcPct val="35000"/>
            </a:spcAft>
          </a:pPr>
          <a:endParaRPr lang="es-ES" sz="1200" kern="1200" dirty="0" smtClean="0">
            <a:latin typeface="Arial" panose="020B0604020202020204" pitchFamily="34" charset="0"/>
            <a:cs typeface="Arial" panose="020B0604020202020204" pitchFamily="34" charset="0"/>
          </a:endParaRPr>
        </a:p>
      </dsp:txBody>
      <dsp:txXfrm rot="-5400000">
        <a:off x="2750457" y="2838150"/>
        <a:ext cx="2750457" cy="1862897"/>
      </dsp:txXfrm>
    </dsp:sp>
    <dsp:sp modelId="{C1DE04C9-2A96-47FC-9109-A2FE75896E0D}">
      <dsp:nvSpPr>
        <dsp:cNvPr id="0" name=""/>
        <dsp:cNvSpPr/>
      </dsp:nvSpPr>
      <dsp:spPr>
        <a:xfrm>
          <a:off x="1835949" y="1837576"/>
          <a:ext cx="1800003" cy="539998"/>
        </a:xfrm>
        <a:prstGeom prst="roundRect">
          <a:avLst/>
        </a:prstGeom>
        <a:solidFill>
          <a:schemeClr val="accent1">
            <a:tint val="6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s-ES" sz="1800" kern="1200" dirty="0" smtClean="0">
              <a:latin typeface="Arial" panose="020B0604020202020204" pitchFamily="34" charset="0"/>
              <a:cs typeface="Arial" panose="020B0604020202020204" pitchFamily="34" charset="0"/>
            </a:rPr>
            <a:t>1999</a:t>
          </a:r>
          <a:endParaRPr lang="es-ES" sz="1800" kern="1200" dirty="0">
            <a:latin typeface="Arial" panose="020B0604020202020204" pitchFamily="34" charset="0"/>
            <a:cs typeface="Arial" panose="020B0604020202020204" pitchFamily="34" charset="0"/>
          </a:endParaRPr>
        </a:p>
      </dsp:txBody>
      <dsp:txXfrm>
        <a:off x="1862310" y="1863937"/>
        <a:ext cx="1747281" cy="48727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22DDC2-462B-4127-A4CA-D66E0E4D1F7C}">
      <dsp:nvSpPr>
        <dsp:cNvPr id="0" name=""/>
        <dsp:cNvSpPr/>
      </dsp:nvSpPr>
      <dsp:spPr>
        <a:xfrm rot="16200000">
          <a:off x="239636" y="-225123"/>
          <a:ext cx="2271183" cy="2750457"/>
        </a:xfrm>
        <a:prstGeom prst="round1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lvl="0" algn="ctr" defTabSz="533400">
            <a:lnSpc>
              <a:spcPct val="90000"/>
            </a:lnSpc>
            <a:spcBef>
              <a:spcPct val="0"/>
            </a:spcBef>
            <a:spcAft>
              <a:spcPct val="35000"/>
            </a:spcAft>
          </a:pPr>
          <a:endParaRPr lang="es-ES" sz="1200" b="1" u="sng" kern="1200" dirty="0" smtClean="0">
            <a:latin typeface="Arial" panose="020B0604020202020204" pitchFamily="34" charset="0"/>
            <a:cs typeface="Arial" panose="020B0604020202020204" pitchFamily="34" charset="0"/>
          </a:endParaRPr>
        </a:p>
        <a:p>
          <a:pPr lvl="0" algn="ctr" defTabSz="533400">
            <a:lnSpc>
              <a:spcPct val="90000"/>
            </a:lnSpc>
            <a:spcBef>
              <a:spcPct val="0"/>
            </a:spcBef>
            <a:spcAft>
              <a:spcPct val="35000"/>
            </a:spcAft>
          </a:pPr>
          <a:r>
            <a:rPr lang="es-ES" sz="1200" b="1" u="sng" kern="1200" dirty="0" smtClean="0">
              <a:latin typeface="Arial" panose="020B0604020202020204" pitchFamily="34" charset="0"/>
              <a:cs typeface="Arial" panose="020B0604020202020204" pitchFamily="34" charset="0"/>
            </a:rPr>
            <a:t>GENERACION:</a:t>
          </a:r>
        </a:p>
        <a:p>
          <a:pPr lvl="0" algn="ctr" defTabSz="533400">
            <a:lnSpc>
              <a:spcPct val="90000"/>
            </a:lnSpc>
            <a:spcBef>
              <a:spcPct val="0"/>
            </a:spcBef>
            <a:spcAft>
              <a:spcPct val="35000"/>
            </a:spcAft>
          </a:pPr>
          <a:r>
            <a:rPr lang="es-ES" sz="1200" kern="1200" dirty="0" smtClean="0">
              <a:latin typeface="Arial" panose="020B0604020202020204" pitchFamily="34" charset="0"/>
              <a:cs typeface="Arial" panose="020B0604020202020204" pitchFamily="34" charset="0"/>
            </a:rPr>
            <a:t>CORPOELEC</a:t>
          </a:r>
        </a:p>
      </dsp:txBody>
      <dsp:txXfrm rot="5400000">
        <a:off x="-1" y="14514"/>
        <a:ext cx="2750457" cy="1703387"/>
      </dsp:txXfrm>
    </dsp:sp>
    <dsp:sp modelId="{8292B0C4-2286-4C32-9B8D-796D82BC4091}">
      <dsp:nvSpPr>
        <dsp:cNvPr id="0" name=""/>
        <dsp:cNvSpPr/>
      </dsp:nvSpPr>
      <dsp:spPr>
        <a:xfrm>
          <a:off x="2750457" y="13649"/>
          <a:ext cx="2750457" cy="2271183"/>
        </a:xfrm>
        <a:prstGeom prst="round1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lvl="0" algn="ctr" defTabSz="533400">
            <a:lnSpc>
              <a:spcPct val="90000"/>
            </a:lnSpc>
            <a:spcBef>
              <a:spcPct val="0"/>
            </a:spcBef>
            <a:spcAft>
              <a:spcPct val="35000"/>
            </a:spcAft>
          </a:pPr>
          <a:endParaRPr lang="es-ES" sz="1200" b="1" u="sng" kern="1200" dirty="0" smtClean="0">
            <a:latin typeface="Arial" panose="020B0604020202020204" pitchFamily="34" charset="0"/>
            <a:cs typeface="Arial" panose="020B0604020202020204" pitchFamily="34" charset="0"/>
          </a:endParaRPr>
        </a:p>
        <a:p>
          <a:pPr lvl="0" algn="ctr" defTabSz="533400">
            <a:lnSpc>
              <a:spcPct val="90000"/>
            </a:lnSpc>
            <a:spcBef>
              <a:spcPct val="0"/>
            </a:spcBef>
            <a:spcAft>
              <a:spcPct val="35000"/>
            </a:spcAft>
          </a:pPr>
          <a:r>
            <a:rPr lang="es-ES" sz="1200" b="1" u="sng" kern="1200" dirty="0" smtClean="0">
              <a:latin typeface="Arial" panose="020B0604020202020204" pitchFamily="34" charset="0"/>
              <a:cs typeface="Arial" panose="020B0604020202020204" pitchFamily="34" charset="0"/>
            </a:rPr>
            <a:t>TRANSFORMACION:</a:t>
          </a:r>
        </a:p>
        <a:p>
          <a:pPr lvl="0" algn="ctr" defTabSz="533400">
            <a:lnSpc>
              <a:spcPct val="90000"/>
            </a:lnSpc>
            <a:spcBef>
              <a:spcPct val="0"/>
            </a:spcBef>
            <a:spcAft>
              <a:spcPct val="35000"/>
            </a:spcAft>
          </a:pPr>
          <a:r>
            <a:rPr lang="es-ES" sz="1200" kern="1200" dirty="0" smtClean="0">
              <a:latin typeface="Arial" panose="020B0604020202020204" pitchFamily="34" charset="0"/>
              <a:cs typeface="Arial" panose="020B0604020202020204" pitchFamily="34" charset="0"/>
            </a:rPr>
            <a:t>CORPOELEC</a:t>
          </a:r>
          <a:endParaRPr lang="es-ES" sz="1200" kern="1200" dirty="0">
            <a:latin typeface="Arial" panose="020B0604020202020204" pitchFamily="34" charset="0"/>
            <a:cs typeface="Arial" panose="020B0604020202020204" pitchFamily="34" charset="0"/>
          </a:endParaRPr>
        </a:p>
      </dsp:txBody>
      <dsp:txXfrm>
        <a:off x="2750457" y="13649"/>
        <a:ext cx="2750457" cy="1703387"/>
      </dsp:txXfrm>
    </dsp:sp>
    <dsp:sp modelId="{29C7557C-8917-47BD-9A5B-9946B8B1DC7E}">
      <dsp:nvSpPr>
        <dsp:cNvPr id="0" name=""/>
        <dsp:cNvSpPr/>
      </dsp:nvSpPr>
      <dsp:spPr>
        <a:xfrm rot="10800000">
          <a:off x="0" y="2271183"/>
          <a:ext cx="2750457" cy="2271183"/>
        </a:xfrm>
        <a:prstGeom prst="round1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lvl="0" algn="ctr" defTabSz="533400">
            <a:lnSpc>
              <a:spcPct val="90000"/>
            </a:lnSpc>
            <a:spcBef>
              <a:spcPct val="0"/>
            </a:spcBef>
            <a:spcAft>
              <a:spcPct val="35000"/>
            </a:spcAft>
          </a:pPr>
          <a:r>
            <a:rPr lang="es-ES" sz="1200" b="1" u="sng" kern="1200" dirty="0" smtClean="0">
              <a:latin typeface="Arial" panose="020B0604020202020204" pitchFamily="34" charset="0"/>
              <a:cs typeface="Arial" panose="020B0604020202020204" pitchFamily="34" charset="0"/>
            </a:rPr>
            <a:t>DISTRIBUCION:</a:t>
          </a:r>
        </a:p>
        <a:p>
          <a:pPr lvl="0" algn="ctr" defTabSz="533400">
            <a:lnSpc>
              <a:spcPct val="90000"/>
            </a:lnSpc>
            <a:spcBef>
              <a:spcPct val="0"/>
            </a:spcBef>
            <a:spcAft>
              <a:spcPct val="35000"/>
            </a:spcAft>
          </a:pPr>
          <a:r>
            <a:rPr lang="es-ES" sz="1200" kern="1200" dirty="0" smtClean="0">
              <a:latin typeface="Arial" panose="020B0604020202020204" pitchFamily="34" charset="0"/>
              <a:cs typeface="Arial" panose="020B0604020202020204" pitchFamily="34" charset="0"/>
            </a:rPr>
            <a:t>CORPOELEC</a:t>
          </a:r>
        </a:p>
        <a:p>
          <a:pPr lvl="0" algn="ctr" defTabSz="533400">
            <a:lnSpc>
              <a:spcPct val="90000"/>
            </a:lnSpc>
            <a:spcBef>
              <a:spcPct val="0"/>
            </a:spcBef>
            <a:spcAft>
              <a:spcPct val="35000"/>
            </a:spcAft>
          </a:pPr>
          <a:endParaRPr lang="es-ES" sz="1200" kern="1200" dirty="0" smtClean="0">
            <a:latin typeface="Arial" panose="020B0604020202020204" pitchFamily="34" charset="0"/>
            <a:cs typeface="Arial" panose="020B0604020202020204" pitchFamily="34" charset="0"/>
          </a:endParaRPr>
        </a:p>
        <a:p>
          <a:pPr lvl="0" algn="ctr" defTabSz="533400">
            <a:lnSpc>
              <a:spcPct val="90000"/>
            </a:lnSpc>
            <a:spcBef>
              <a:spcPct val="0"/>
            </a:spcBef>
            <a:spcAft>
              <a:spcPct val="35000"/>
            </a:spcAft>
          </a:pPr>
          <a:endParaRPr lang="es-ES" sz="1200" kern="1200" dirty="0">
            <a:latin typeface="Arial" panose="020B0604020202020204" pitchFamily="34" charset="0"/>
            <a:cs typeface="Arial" panose="020B0604020202020204" pitchFamily="34" charset="0"/>
          </a:endParaRPr>
        </a:p>
      </dsp:txBody>
      <dsp:txXfrm rot="10800000">
        <a:off x="0" y="2838979"/>
        <a:ext cx="2750457" cy="1703387"/>
      </dsp:txXfrm>
    </dsp:sp>
    <dsp:sp modelId="{880EF0A0-04B8-40AC-9269-F6D6D6D66FA6}">
      <dsp:nvSpPr>
        <dsp:cNvPr id="0" name=""/>
        <dsp:cNvSpPr/>
      </dsp:nvSpPr>
      <dsp:spPr>
        <a:xfrm rot="5400000">
          <a:off x="2990093" y="2031546"/>
          <a:ext cx="2271183" cy="2750457"/>
        </a:xfrm>
        <a:prstGeom prst="round1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lvl="0" algn="ctr" defTabSz="533400">
            <a:lnSpc>
              <a:spcPct val="90000"/>
            </a:lnSpc>
            <a:spcBef>
              <a:spcPct val="0"/>
            </a:spcBef>
            <a:spcAft>
              <a:spcPct val="35000"/>
            </a:spcAft>
          </a:pPr>
          <a:r>
            <a:rPr lang="es-ES" sz="1200" b="1" u="sng" kern="1200" dirty="0" smtClean="0">
              <a:latin typeface="Arial" panose="020B0604020202020204" pitchFamily="34" charset="0"/>
              <a:cs typeface="Arial" panose="020B0604020202020204" pitchFamily="34" charset="0"/>
            </a:rPr>
            <a:t>COMERCIALIZACION:</a:t>
          </a:r>
        </a:p>
        <a:p>
          <a:pPr lvl="0" algn="ctr" defTabSz="533400">
            <a:lnSpc>
              <a:spcPct val="90000"/>
            </a:lnSpc>
            <a:spcBef>
              <a:spcPct val="0"/>
            </a:spcBef>
            <a:spcAft>
              <a:spcPct val="35000"/>
            </a:spcAft>
          </a:pPr>
          <a:r>
            <a:rPr lang="es-ES" sz="1200" kern="1200" dirty="0" smtClean="0">
              <a:latin typeface="Arial" panose="020B0604020202020204" pitchFamily="34" charset="0"/>
              <a:cs typeface="Arial" panose="020B0604020202020204" pitchFamily="34" charset="0"/>
            </a:rPr>
            <a:t>CORPOELEC </a:t>
          </a:r>
        </a:p>
        <a:p>
          <a:pPr lvl="0" algn="ctr" defTabSz="533400">
            <a:lnSpc>
              <a:spcPct val="90000"/>
            </a:lnSpc>
            <a:spcBef>
              <a:spcPct val="0"/>
            </a:spcBef>
            <a:spcAft>
              <a:spcPct val="35000"/>
            </a:spcAft>
          </a:pPr>
          <a:endParaRPr lang="es-ES" sz="1200" kern="1200" dirty="0" smtClean="0">
            <a:latin typeface="Arial" panose="020B0604020202020204" pitchFamily="34" charset="0"/>
            <a:cs typeface="Arial" panose="020B0604020202020204" pitchFamily="34" charset="0"/>
          </a:endParaRPr>
        </a:p>
        <a:p>
          <a:pPr lvl="0" algn="ctr" defTabSz="533400">
            <a:lnSpc>
              <a:spcPct val="90000"/>
            </a:lnSpc>
            <a:spcBef>
              <a:spcPct val="0"/>
            </a:spcBef>
            <a:spcAft>
              <a:spcPct val="35000"/>
            </a:spcAft>
          </a:pPr>
          <a:endParaRPr lang="es-ES" sz="1200" kern="1200" dirty="0">
            <a:latin typeface="Arial" panose="020B0604020202020204" pitchFamily="34" charset="0"/>
            <a:cs typeface="Arial" panose="020B0604020202020204" pitchFamily="34" charset="0"/>
          </a:endParaRPr>
        </a:p>
      </dsp:txBody>
      <dsp:txXfrm rot="-5400000">
        <a:off x="2750456" y="2838979"/>
        <a:ext cx="2750457" cy="1703387"/>
      </dsp:txXfrm>
    </dsp:sp>
    <dsp:sp modelId="{ADE9605D-AF9C-4DCD-88BB-951A6F7338B7}">
      <dsp:nvSpPr>
        <dsp:cNvPr id="0" name=""/>
        <dsp:cNvSpPr/>
      </dsp:nvSpPr>
      <dsp:spPr>
        <a:xfrm>
          <a:off x="1850455" y="2001185"/>
          <a:ext cx="1800003" cy="539996"/>
        </a:xfrm>
        <a:prstGeom prst="roundRect">
          <a:avLst/>
        </a:prstGeom>
        <a:solidFill>
          <a:schemeClr val="accent1">
            <a:tint val="6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s-ES" sz="1800" kern="1200" dirty="0" smtClean="0">
              <a:latin typeface="Arial" panose="020B0604020202020204" pitchFamily="34" charset="0"/>
              <a:cs typeface="Arial" panose="020B0604020202020204" pitchFamily="34" charset="0"/>
            </a:rPr>
            <a:t>2007</a:t>
          </a:r>
          <a:endParaRPr lang="es-ES" sz="1800" kern="1200" dirty="0">
            <a:latin typeface="Arial" panose="020B0604020202020204" pitchFamily="34" charset="0"/>
            <a:cs typeface="Arial" panose="020B0604020202020204" pitchFamily="34" charset="0"/>
          </a:endParaRPr>
        </a:p>
      </dsp:txBody>
      <dsp:txXfrm>
        <a:off x="1876815" y="2027545"/>
        <a:ext cx="1747283" cy="487276"/>
      </dsp:txXfrm>
    </dsp:sp>
  </dsp:spTree>
</dsp:drawing>
</file>

<file path=ppt/diagrams/layout1.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layout2.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editar el estilo de subtítulo del patrón</a:t>
            </a:r>
            <a:endParaRPr lang="en-US" dirty="0"/>
          </a:p>
        </p:txBody>
      </p:sp>
      <p:sp>
        <p:nvSpPr>
          <p:cNvPr id="4" name="Date Placeholder 3"/>
          <p:cNvSpPr>
            <a:spLocks noGrp="1"/>
          </p:cNvSpPr>
          <p:nvPr>
            <p:ph type="dt" sz="half" idx="10"/>
          </p:nvPr>
        </p:nvSpPr>
        <p:spPr/>
        <p:txBody>
          <a:bodyPr/>
          <a:lstStyle/>
          <a:p>
            <a:fld id="{8465744B-D5DA-4EE5-8A10-F50B95B049B6}" type="datetimeFigureOut">
              <a:rPr lang="en-US" smtClean="0"/>
              <a:t>3/22/2020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88B9BA3-669D-472C-A3A6-630915A00973}" type="slidenum">
              <a:rPr lang="en-US" smtClean="0"/>
              <a:t>‹Nº›</a:t>
            </a:fld>
            <a:endParaRPr lang="en-US" dirty="0"/>
          </a:p>
        </p:txBody>
      </p:sp>
    </p:spTree>
    <p:extLst>
      <p:ext uri="{BB962C8B-B14F-4D97-AF65-F5344CB8AC3E}">
        <p14:creationId xmlns:p14="http://schemas.microsoft.com/office/powerpoint/2010/main" val="22299431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s-ES" smtClean="0"/>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8465744B-D5DA-4EE5-8A10-F50B95B049B6}" type="datetimeFigureOut">
              <a:rPr lang="en-US" smtClean="0"/>
              <a:t>3/22/2020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88B9BA3-669D-472C-A3A6-630915A00973}" type="slidenum">
              <a:rPr lang="en-US" smtClean="0"/>
              <a:t>‹Nº›</a:t>
            </a:fld>
            <a:endParaRPr lang="en-US" dirty="0"/>
          </a:p>
        </p:txBody>
      </p:sp>
    </p:spTree>
    <p:extLst>
      <p:ext uri="{BB962C8B-B14F-4D97-AF65-F5344CB8AC3E}">
        <p14:creationId xmlns:p14="http://schemas.microsoft.com/office/powerpoint/2010/main" val="35144016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8465744B-D5DA-4EE5-8A10-F50B95B049B6}" type="datetimeFigureOut">
              <a:rPr lang="en-US" smtClean="0"/>
              <a:t>3/22/2020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88B9BA3-669D-472C-A3A6-630915A00973}" type="slidenum">
              <a:rPr lang="en-US" smtClean="0"/>
              <a:t>‹Nº›</a:t>
            </a:fld>
            <a:endParaRPr lang="en-US" dirty="0"/>
          </a:p>
        </p:txBody>
      </p:sp>
    </p:spTree>
    <p:extLst>
      <p:ext uri="{BB962C8B-B14F-4D97-AF65-F5344CB8AC3E}">
        <p14:creationId xmlns:p14="http://schemas.microsoft.com/office/powerpoint/2010/main" val="21412413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Date Placeholder 4"/>
          <p:cNvSpPr>
            <a:spLocks noGrp="1"/>
          </p:cNvSpPr>
          <p:nvPr>
            <p:ph type="dt" sz="half" idx="10"/>
          </p:nvPr>
        </p:nvSpPr>
        <p:spPr/>
        <p:txBody>
          <a:bodyPr/>
          <a:lstStyle/>
          <a:p>
            <a:fld id="{8465744B-D5DA-4EE5-8A10-F50B95B049B6}" type="datetimeFigureOut">
              <a:rPr lang="en-US" smtClean="0"/>
              <a:t>3/22/2020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88B9BA3-669D-472C-A3A6-630915A00973}" type="slidenum">
              <a:rPr lang="en-US" smtClean="0"/>
              <a:t>‹Nº›</a:t>
            </a:fld>
            <a:endParaRPr lang="en-US" dirty="0"/>
          </a:p>
        </p:txBody>
      </p:sp>
    </p:spTree>
    <p:extLst>
      <p:ext uri="{BB962C8B-B14F-4D97-AF65-F5344CB8AC3E}">
        <p14:creationId xmlns:p14="http://schemas.microsoft.com/office/powerpoint/2010/main" val="1150646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8465744B-D5DA-4EE5-8A10-F50B95B049B6}" type="datetimeFigureOut">
              <a:rPr lang="en-US" smtClean="0"/>
              <a:t>3/22/2020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E88B9BA3-669D-472C-A3A6-630915A00973}" type="slidenum">
              <a:rPr lang="en-US" smtClean="0"/>
              <a:t>‹Nº›</a:t>
            </a:fld>
            <a:endParaRPr lang="en-US" dirty="0"/>
          </a:p>
        </p:txBody>
      </p:sp>
    </p:spTree>
    <p:extLst>
      <p:ext uri="{BB962C8B-B14F-4D97-AF65-F5344CB8AC3E}">
        <p14:creationId xmlns:p14="http://schemas.microsoft.com/office/powerpoint/2010/main" val="5247880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s-ES" smtClean="0"/>
              <a:t>Haga clic para modificar el estilo de título del patrón</a:t>
            </a:r>
            <a:endParaRPr lang="en-US" dirty="0"/>
          </a:p>
        </p:txBody>
      </p:sp>
      <p:sp>
        <p:nvSpPr>
          <p:cNvPr id="3" name="Date Placeholder 2"/>
          <p:cNvSpPr>
            <a:spLocks noGrp="1"/>
          </p:cNvSpPr>
          <p:nvPr>
            <p:ph type="dt" sz="half" idx="10"/>
          </p:nvPr>
        </p:nvSpPr>
        <p:spPr/>
        <p:txBody>
          <a:bodyPr/>
          <a:lstStyle/>
          <a:p>
            <a:fld id="{8465744B-D5DA-4EE5-8A10-F50B95B049B6}" type="datetimeFigureOut">
              <a:rPr lang="en-US" smtClean="0"/>
              <a:t>3/22/2020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E88B9BA3-669D-472C-A3A6-630915A00973}" type="slidenum">
              <a:rPr lang="en-US" smtClean="0"/>
              <a:t>‹Nº›</a:t>
            </a:fld>
            <a:endParaRPr lang="en-US" dirty="0"/>
          </a:p>
        </p:txBody>
      </p:sp>
    </p:spTree>
    <p:extLst>
      <p:ext uri="{BB962C8B-B14F-4D97-AF65-F5344CB8AC3E}">
        <p14:creationId xmlns:p14="http://schemas.microsoft.com/office/powerpoint/2010/main" val="34027518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5744B-D5DA-4EE5-8A10-F50B95B049B6}" type="datetimeFigureOut">
              <a:rPr lang="en-US" smtClean="0"/>
              <a:t>3/22/2020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E88B9BA3-669D-472C-A3A6-630915A00973}" type="slidenum">
              <a:rPr lang="en-US" smtClean="0"/>
              <a:t>‹Nº›</a:t>
            </a:fld>
            <a:endParaRPr lang="en-US" dirty="0"/>
          </a:p>
        </p:txBody>
      </p:sp>
    </p:spTree>
    <p:extLst>
      <p:ext uri="{BB962C8B-B14F-4D97-AF65-F5344CB8AC3E}">
        <p14:creationId xmlns:p14="http://schemas.microsoft.com/office/powerpoint/2010/main" val="5186193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s-ES" smtClean="0"/>
              <a:t>Editar el estilo de texto del patrón</a:t>
            </a:r>
          </a:p>
        </p:txBody>
      </p:sp>
      <p:sp>
        <p:nvSpPr>
          <p:cNvPr id="5" name="Date Placeholder 4"/>
          <p:cNvSpPr>
            <a:spLocks noGrp="1"/>
          </p:cNvSpPr>
          <p:nvPr>
            <p:ph type="dt" sz="half" idx="10"/>
          </p:nvPr>
        </p:nvSpPr>
        <p:spPr/>
        <p:txBody>
          <a:bodyPr/>
          <a:lstStyle/>
          <a:p>
            <a:fld id="{8465744B-D5DA-4EE5-8A10-F50B95B049B6}" type="datetimeFigureOut">
              <a:rPr lang="en-US" smtClean="0"/>
              <a:t>3/22/2020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88B9BA3-669D-472C-A3A6-630915A00973}" type="slidenum">
              <a:rPr lang="en-US" smtClean="0"/>
              <a:t>‹Nº›</a:t>
            </a:fld>
            <a:endParaRPr lang="en-US" dirty="0"/>
          </a:p>
        </p:txBody>
      </p:sp>
    </p:spTree>
    <p:extLst>
      <p:ext uri="{BB962C8B-B14F-4D97-AF65-F5344CB8AC3E}">
        <p14:creationId xmlns:p14="http://schemas.microsoft.com/office/powerpoint/2010/main" val="32838270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dirty="0" smtClean="0"/>
              <a:t>Haga clic en el icono para agregar una imagen</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5" name="Date Placeholder 4"/>
          <p:cNvSpPr>
            <a:spLocks noGrp="1"/>
          </p:cNvSpPr>
          <p:nvPr>
            <p:ph type="dt" sz="half" idx="10"/>
          </p:nvPr>
        </p:nvSpPr>
        <p:spPr/>
        <p:txBody>
          <a:bodyPr/>
          <a:lstStyle/>
          <a:p>
            <a:fld id="{8465744B-D5DA-4EE5-8A10-F50B95B049B6}" type="datetimeFigureOut">
              <a:rPr lang="en-US" smtClean="0"/>
              <a:t>3/22/2020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88B9BA3-669D-472C-A3A6-630915A00973}" type="slidenum">
              <a:rPr lang="en-US" smtClean="0"/>
              <a:t>‹Nº›</a:t>
            </a:fld>
            <a:endParaRPr lang="en-US" dirty="0"/>
          </a:p>
        </p:txBody>
      </p:sp>
    </p:spTree>
    <p:extLst>
      <p:ext uri="{BB962C8B-B14F-4D97-AF65-F5344CB8AC3E}">
        <p14:creationId xmlns:p14="http://schemas.microsoft.com/office/powerpoint/2010/main" val="40516731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8465744B-D5DA-4EE5-8A10-F50B95B049B6}" type="datetimeFigureOut">
              <a:rPr lang="en-US" smtClean="0"/>
              <a:t>3/22/2020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88B9BA3-669D-472C-A3A6-630915A00973}" type="slidenum">
              <a:rPr lang="en-US" smtClean="0"/>
              <a:t>‹Nº›</a:t>
            </a:fld>
            <a:endParaRPr lang="en-US" dirty="0"/>
          </a:p>
        </p:txBody>
      </p:sp>
    </p:spTree>
    <p:extLst>
      <p:ext uri="{BB962C8B-B14F-4D97-AF65-F5344CB8AC3E}">
        <p14:creationId xmlns:p14="http://schemas.microsoft.com/office/powerpoint/2010/main" val="12158829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Editar el estilo de texto del patrón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8465744B-D5DA-4EE5-8A10-F50B95B049B6}" type="datetimeFigureOut">
              <a:rPr lang="en-US" smtClean="0"/>
              <a:t>3/22/2020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88B9BA3-669D-472C-A3A6-630915A00973}" type="slidenum">
              <a:rPr lang="en-US" smtClean="0"/>
              <a:t>‹Nº›</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7567955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8465744B-D5DA-4EE5-8A10-F50B95B049B6}" type="datetimeFigureOut">
              <a:rPr lang="en-US" smtClean="0"/>
              <a:t>3/22/2020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88B9BA3-669D-472C-A3A6-630915A00973}" type="slidenum">
              <a:rPr lang="en-US" smtClean="0"/>
              <a:t>‹Nº›</a:t>
            </a:fld>
            <a:endParaRPr lang="en-US" dirty="0"/>
          </a:p>
        </p:txBody>
      </p:sp>
    </p:spTree>
    <p:extLst>
      <p:ext uri="{BB962C8B-B14F-4D97-AF65-F5344CB8AC3E}">
        <p14:creationId xmlns:p14="http://schemas.microsoft.com/office/powerpoint/2010/main" val="38283408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Editar el estilo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8465744B-D5DA-4EE5-8A10-F50B95B049B6}" type="datetimeFigureOut">
              <a:rPr lang="en-US" smtClean="0"/>
              <a:t>3/22/2020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88B9BA3-669D-472C-A3A6-630915A00973}" type="slidenum">
              <a:rPr lang="en-US" smtClean="0"/>
              <a:t>‹Nº›</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2784349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Editar el estilo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8465744B-D5DA-4EE5-8A10-F50B95B049B6}" type="datetimeFigureOut">
              <a:rPr lang="en-US" smtClean="0"/>
              <a:t>3/22/2020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88B9BA3-669D-472C-A3A6-630915A00973}" type="slidenum">
              <a:rPr lang="en-US" smtClean="0"/>
              <a:t>‹Nº›</a:t>
            </a:fld>
            <a:endParaRPr lang="en-US" dirty="0"/>
          </a:p>
        </p:txBody>
      </p:sp>
    </p:spTree>
    <p:extLst>
      <p:ext uri="{BB962C8B-B14F-4D97-AF65-F5344CB8AC3E}">
        <p14:creationId xmlns:p14="http://schemas.microsoft.com/office/powerpoint/2010/main" val="4996150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8465744B-D5DA-4EE5-8A10-F50B95B049B6}" type="datetimeFigureOut">
              <a:rPr lang="en-US" smtClean="0"/>
              <a:t>3/22/2020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88B9BA3-669D-472C-A3A6-630915A00973}" type="slidenum">
              <a:rPr lang="en-US" smtClean="0"/>
              <a:t>‹Nº›</a:t>
            </a:fld>
            <a:endParaRPr lang="en-US" dirty="0"/>
          </a:p>
        </p:txBody>
      </p:sp>
    </p:spTree>
    <p:extLst>
      <p:ext uri="{BB962C8B-B14F-4D97-AF65-F5344CB8AC3E}">
        <p14:creationId xmlns:p14="http://schemas.microsoft.com/office/powerpoint/2010/main" val="12402678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8465744B-D5DA-4EE5-8A10-F50B95B049B6}" type="datetimeFigureOut">
              <a:rPr lang="en-US" smtClean="0"/>
              <a:t>3/22/2020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88B9BA3-669D-472C-A3A6-630915A00973}" type="slidenum">
              <a:rPr lang="en-US" smtClean="0"/>
              <a:t>‹Nº›</a:t>
            </a:fld>
            <a:endParaRPr lang="en-US" dirty="0"/>
          </a:p>
        </p:txBody>
      </p:sp>
    </p:spTree>
    <p:extLst>
      <p:ext uri="{BB962C8B-B14F-4D97-AF65-F5344CB8AC3E}">
        <p14:creationId xmlns:p14="http://schemas.microsoft.com/office/powerpoint/2010/main" val="30774628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465744B-D5DA-4EE5-8A10-F50B95B049B6}" type="datetimeFigureOut">
              <a:rPr lang="en-US" smtClean="0"/>
              <a:t>3/22/2020</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E88B9BA3-669D-472C-A3A6-630915A00973}" type="slidenum">
              <a:rPr lang="en-US" smtClean="0"/>
              <a:t>‹Nº›</a:t>
            </a:fld>
            <a:endParaRPr lang="en-US" dirty="0"/>
          </a:p>
        </p:txBody>
      </p:sp>
    </p:spTree>
    <p:extLst>
      <p:ext uri="{BB962C8B-B14F-4D97-AF65-F5344CB8AC3E}">
        <p14:creationId xmlns:p14="http://schemas.microsoft.com/office/powerpoint/2010/main" val="3098043259"/>
      </p:ext>
    </p:extLst>
  </p:cSld>
  <p:clrMap bg1="lt1" tx1="dk1" bg2="lt2" tx2="dk2" accent1="accent1" accent2="accent2" accent3="accent3" accent4="accent4" accent5="accent5" accent6="accent6" hlink="hlink" folHlink="folHlink"/>
  <p:sldLayoutIdLst>
    <p:sldLayoutId id="2147484116" r:id="rId1"/>
    <p:sldLayoutId id="2147484117" r:id="rId2"/>
    <p:sldLayoutId id="2147484118" r:id="rId3"/>
    <p:sldLayoutId id="2147484119" r:id="rId4"/>
    <p:sldLayoutId id="2147484120" r:id="rId5"/>
    <p:sldLayoutId id="2147484121" r:id="rId6"/>
    <p:sldLayoutId id="2147484122" r:id="rId7"/>
    <p:sldLayoutId id="2147484123" r:id="rId8"/>
    <p:sldLayoutId id="2147484124" r:id="rId9"/>
    <p:sldLayoutId id="2147484125" r:id="rId10"/>
    <p:sldLayoutId id="2147484126" r:id="rId11"/>
    <p:sldLayoutId id="2147484127" r:id="rId12"/>
    <p:sldLayoutId id="2147484128" r:id="rId13"/>
    <p:sldLayoutId id="2147484129" r:id="rId14"/>
    <p:sldLayoutId id="2147484130" r:id="rId15"/>
    <p:sldLayoutId id="2147484131"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128404" y="0"/>
            <a:ext cx="9626032" cy="2254282"/>
          </a:xfrm>
        </p:spPr>
        <p:txBody>
          <a:bodyPr/>
          <a:lstStyle/>
          <a:p>
            <a:pPr lvl="0" algn="ctr">
              <a:lnSpc>
                <a:spcPct val="100000"/>
              </a:lnSpc>
              <a:spcBef>
                <a:spcPts val="0"/>
              </a:spcBef>
            </a:pPr>
            <a:r>
              <a:rPr lang="es-CO" sz="1600" dirty="0">
                <a:solidFill>
                  <a:schemeClr val="tx2"/>
                </a:solidFill>
                <a:latin typeface="Times New Roman" panose="02020603050405020304" pitchFamily="18" charset="0"/>
                <a:ea typeface="+mn-ea"/>
                <a:cs typeface="Times New Roman" panose="02020603050405020304" pitchFamily="18" charset="0"/>
              </a:rPr>
              <a:t>REPÚBLICA BOLIVARIANA DE VENEZUELA.</a:t>
            </a:r>
            <a:br>
              <a:rPr lang="es-CO" sz="1600" dirty="0">
                <a:solidFill>
                  <a:schemeClr val="tx2"/>
                </a:solidFill>
                <a:latin typeface="Times New Roman" panose="02020603050405020304" pitchFamily="18" charset="0"/>
                <a:ea typeface="+mn-ea"/>
                <a:cs typeface="Times New Roman" panose="02020603050405020304" pitchFamily="18" charset="0"/>
              </a:rPr>
            </a:br>
            <a:r>
              <a:rPr lang="es-CO" sz="1600" dirty="0">
                <a:solidFill>
                  <a:schemeClr val="tx2"/>
                </a:solidFill>
                <a:latin typeface="Times New Roman" panose="02020603050405020304" pitchFamily="18" charset="0"/>
                <a:ea typeface="+mn-ea"/>
                <a:cs typeface="Times New Roman" panose="02020603050405020304" pitchFamily="18" charset="0"/>
              </a:rPr>
              <a:t>MINISTERIO DEL PODER POPULAR PARA LA EDUCACIÓN UNIVERSITARIA, CIENCIA Y TECNOLOGÍA.</a:t>
            </a:r>
            <a:br>
              <a:rPr lang="es-CO" sz="1600" dirty="0">
                <a:solidFill>
                  <a:schemeClr val="tx2"/>
                </a:solidFill>
                <a:latin typeface="Times New Roman" panose="02020603050405020304" pitchFamily="18" charset="0"/>
                <a:ea typeface="+mn-ea"/>
                <a:cs typeface="Times New Roman" panose="02020603050405020304" pitchFamily="18" charset="0"/>
              </a:rPr>
            </a:br>
            <a:r>
              <a:rPr lang="es-CO" sz="1600" dirty="0">
                <a:solidFill>
                  <a:schemeClr val="tx2"/>
                </a:solidFill>
                <a:latin typeface="Times New Roman" panose="02020603050405020304" pitchFamily="18" charset="0"/>
                <a:ea typeface="+mn-ea"/>
                <a:cs typeface="Times New Roman" panose="02020603050405020304" pitchFamily="18" charset="0"/>
              </a:rPr>
              <a:t>UNIVERSIDAD POLITÉCNICA TERRITORIAL DEL ESTADO PORTUGUESA “JUAN DE JESÚS MONTILLA”.</a:t>
            </a:r>
            <a:br>
              <a:rPr lang="es-CO" sz="1600" dirty="0">
                <a:solidFill>
                  <a:schemeClr val="tx2"/>
                </a:solidFill>
                <a:latin typeface="Times New Roman" panose="02020603050405020304" pitchFamily="18" charset="0"/>
                <a:ea typeface="+mn-ea"/>
                <a:cs typeface="Times New Roman" panose="02020603050405020304" pitchFamily="18" charset="0"/>
              </a:rPr>
            </a:br>
            <a:r>
              <a:rPr lang="es-CO" sz="1600" dirty="0">
                <a:solidFill>
                  <a:schemeClr val="tx2"/>
                </a:solidFill>
                <a:latin typeface="Times New Roman" panose="02020603050405020304" pitchFamily="18" charset="0"/>
                <a:ea typeface="+mn-ea"/>
                <a:cs typeface="Times New Roman" panose="02020603050405020304" pitchFamily="18" charset="0"/>
              </a:rPr>
              <a:t>ACARIGUA – PORTGUESA</a:t>
            </a:r>
            <a:endParaRPr lang="en-US" dirty="0">
              <a:solidFill>
                <a:schemeClr val="tx2"/>
              </a:solidFill>
            </a:endParaRPr>
          </a:p>
        </p:txBody>
      </p:sp>
      <p:graphicFrame>
        <p:nvGraphicFramePr>
          <p:cNvPr id="8" name="Tabla 7"/>
          <p:cNvGraphicFramePr>
            <a:graphicFrameLocks noGrp="1"/>
          </p:cNvGraphicFramePr>
          <p:nvPr>
            <p:extLst>
              <p:ext uri="{D42A27DB-BD31-4B8C-83A1-F6EECF244321}">
                <p14:modId xmlns:p14="http://schemas.microsoft.com/office/powerpoint/2010/main" val="2954717472"/>
              </p:ext>
            </p:extLst>
          </p:nvPr>
        </p:nvGraphicFramePr>
        <p:xfrm>
          <a:off x="9048466" y="3779520"/>
          <a:ext cx="3016155" cy="2674961"/>
        </p:xfrm>
        <a:graphic>
          <a:graphicData uri="http://schemas.openxmlformats.org/drawingml/2006/table">
            <a:tbl>
              <a:tblPr/>
              <a:tblGrid>
                <a:gridCol w="3016155">
                  <a:extLst>
                    <a:ext uri="{9D8B030D-6E8A-4147-A177-3AD203B41FA5}">
                      <a16:colId xmlns:a16="http://schemas.microsoft.com/office/drawing/2014/main" val="1167519849"/>
                    </a:ext>
                  </a:extLst>
                </a:gridCol>
              </a:tblGrid>
              <a:tr h="26749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600" b="1" i="0" u="sng"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INTEGRANTES: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4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4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Ariadna Colmenarez C.I 30 441 </a:t>
                      </a:r>
                      <a:r>
                        <a:rPr kumimoji="0" lang="es-CO" sz="14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380</a:t>
                      </a:r>
                      <a:endParaRPr kumimoji="0" lang="es-CO" sz="14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4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4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José Sieiro C.I 28 094 074</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4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600" b="1" i="0" u="sng"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PROFESOR(A):</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600" b="1" i="0" u="sng"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4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Rosmary Sabala </a:t>
                      </a:r>
                    </a:p>
                    <a:p>
                      <a:endParaRPr lang="es-VE" dirty="0" smtClean="0"/>
                    </a:p>
                    <a:p>
                      <a:endParaRPr lang="en-US" dirty="0"/>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381129841"/>
                  </a:ext>
                </a:extLst>
              </a:tr>
            </a:tbl>
          </a:graphicData>
        </a:graphic>
      </p:graphicFrame>
      <p:graphicFrame>
        <p:nvGraphicFramePr>
          <p:cNvPr id="9" name="Tabla 8"/>
          <p:cNvGraphicFramePr>
            <a:graphicFrameLocks noGrp="1"/>
          </p:cNvGraphicFramePr>
          <p:nvPr>
            <p:extLst>
              <p:ext uri="{D42A27DB-BD31-4B8C-83A1-F6EECF244321}">
                <p14:modId xmlns:p14="http://schemas.microsoft.com/office/powerpoint/2010/main" val="1938245959"/>
              </p:ext>
            </p:extLst>
          </p:nvPr>
        </p:nvGraphicFramePr>
        <p:xfrm>
          <a:off x="2383998" y="2906972"/>
          <a:ext cx="6664468" cy="2033517"/>
        </p:xfrm>
        <a:graphic>
          <a:graphicData uri="http://schemas.openxmlformats.org/drawingml/2006/table">
            <a:tbl>
              <a:tblPr/>
              <a:tblGrid>
                <a:gridCol w="6664468">
                  <a:extLst>
                    <a:ext uri="{9D8B030D-6E8A-4147-A177-3AD203B41FA5}">
                      <a16:colId xmlns:a16="http://schemas.microsoft.com/office/drawing/2014/main" val="514010656"/>
                    </a:ext>
                  </a:extLst>
                </a:gridCol>
              </a:tblGrid>
              <a:tr h="2033517">
                <a:tc>
                  <a:txBody>
                    <a:bodyPr/>
                    <a:lstStyle/>
                    <a:p>
                      <a:pPr algn="ctr"/>
                      <a:r>
                        <a:rPr lang="es-VE" sz="4800" dirty="0" smtClean="0">
                          <a:solidFill>
                            <a:schemeClr val="accent1"/>
                          </a:solidFill>
                          <a:latin typeface="Times New Roman" panose="02020603050405020304" pitchFamily="18" charset="0"/>
                          <a:cs typeface="Times New Roman" panose="02020603050405020304" pitchFamily="18" charset="0"/>
                        </a:rPr>
                        <a:t>SISTEMA</a:t>
                      </a:r>
                      <a:r>
                        <a:rPr lang="es-VE" sz="4800" baseline="0" dirty="0" smtClean="0">
                          <a:solidFill>
                            <a:schemeClr val="accent1"/>
                          </a:solidFill>
                          <a:latin typeface="Times New Roman" panose="02020603050405020304" pitchFamily="18" charset="0"/>
                          <a:cs typeface="Times New Roman" panose="02020603050405020304" pitchFamily="18" charset="0"/>
                        </a:rPr>
                        <a:t> ELECTRICO EN VENEZUELA</a:t>
                      </a:r>
                      <a:endParaRPr lang="en-US" sz="4800" dirty="0">
                        <a:solidFill>
                          <a:schemeClr val="accent1"/>
                        </a:solidFill>
                        <a:latin typeface="Times New Roman" panose="02020603050405020304" pitchFamily="18" charset="0"/>
                        <a:cs typeface="Times New Roman" panose="02020603050405020304" pitchFamily="18" charset="0"/>
                      </a:endParaRPr>
                    </a:p>
                  </a:txBody>
                  <a:tcP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tcPr>
                </a:tc>
                <a:extLst>
                  <a:ext uri="{0D108BD9-81ED-4DB2-BD59-A6C34878D82A}">
                    <a16:rowId xmlns:a16="http://schemas.microsoft.com/office/drawing/2014/main" val="3375024439"/>
                  </a:ext>
                </a:extLst>
              </a:tr>
            </a:tbl>
          </a:graphicData>
        </a:graphic>
      </p:graphicFrame>
    </p:spTree>
    <p:extLst>
      <p:ext uri="{BB962C8B-B14F-4D97-AF65-F5344CB8AC3E}">
        <p14:creationId xmlns:p14="http://schemas.microsoft.com/office/powerpoint/2010/main" val="371752613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redondeado 6"/>
          <p:cNvSpPr/>
          <p:nvPr/>
        </p:nvSpPr>
        <p:spPr>
          <a:xfrm>
            <a:off x="7121602" y="225976"/>
            <a:ext cx="4320000" cy="1800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400" dirty="0">
                <a:latin typeface="Arial" panose="020B0604020202020204" pitchFamily="34" charset="0"/>
                <a:cs typeface="Arial" panose="020B0604020202020204" pitchFamily="34" charset="0"/>
              </a:rPr>
              <a:t>Inicio en 1873 en Caracas con alumbrado ocasional en lugares públicos. En 1936 solo 8 de las capitales disponían de electricidad. Todos los emprendimientos fueron iniciativas privadas a excepción de Valencia y solo 3 eran de origen extranjero</a:t>
            </a:r>
          </a:p>
        </p:txBody>
      </p:sp>
      <p:sp>
        <p:nvSpPr>
          <p:cNvPr id="8" name="Rectángulo redondeado 7"/>
          <p:cNvSpPr/>
          <p:nvPr/>
        </p:nvSpPr>
        <p:spPr>
          <a:xfrm>
            <a:off x="7121602" y="2599619"/>
            <a:ext cx="4320000" cy="1800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400" dirty="0">
                <a:latin typeface="Arial" panose="020B0604020202020204" pitchFamily="34" charset="0"/>
                <a:cs typeface="Arial" panose="020B0604020202020204" pitchFamily="34" charset="0"/>
              </a:rPr>
              <a:t>En 1947 se creo la corporación Venezolana de Fomento (CVF) que otorgo financiamiento a las empresas privadas, la CVF se transformo en accionista, y posteriormente en propietaria única de esas empresas. Las empresas propiedad de la CVF pasaron a formar del de la C.A de administración y Fomento eléctrico (CADAFE)</a:t>
            </a:r>
          </a:p>
          <a:p>
            <a:pPr algn="ctr"/>
            <a:endParaRPr lang="en-US" sz="1200" dirty="0">
              <a:latin typeface="Arial" panose="020B0604020202020204" pitchFamily="34" charset="0"/>
              <a:cs typeface="Arial" panose="020B0604020202020204" pitchFamily="34" charset="0"/>
            </a:endParaRPr>
          </a:p>
        </p:txBody>
      </p:sp>
      <p:sp>
        <p:nvSpPr>
          <p:cNvPr id="9" name="Rectángulo redondeado 8"/>
          <p:cNvSpPr/>
          <p:nvPr/>
        </p:nvSpPr>
        <p:spPr>
          <a:xfrm>
            <a:off x="7121602" y="4832025"/>
            <a:ext cx="4320000" cy="1800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s-ES" sz="1400" dirty="0">
                <a:latin typeface="Arial" panose="020B0604020202020204" pitchFamily="34" charset="0"/>
                <a:cs typeface="Arial" panose="020B0604020202020204" pitchFamily="34" charset="0"/>
              </a:rPr>
              <a:t>El 31 de Julio de 2007 se promulgo el decreto 5.300 de la </a:t>
            </a:r>
            <a:r>
              <a:rPr lang="es-ES" sz="1400" dirty="0" smtClean="0">
                <a:latin typeface="Arial" panose="020B0604020202020204" pitchFamily="34" charset="0"/>
                <a:cs typeface="Arial" panose="020B0604020202020204" pitchFamily="34" charset="0"/>
              </a:rPr>
              <a:t>Ley </a:t>
            </a:r>
            <a:r>
              <a:rPr lang="es-ES" sz="1400" dirty="0">
                <a:latin typeface="Arial" panose="020B0604020202020204" pitchFamily="34" charset="0"/>
                <a:cs typeface="Arial" panose="020B0604020202020204" pitchFamily="34" charset="0"/>
              </a:rPr>
              <a:t>O</a:t>
            </a:r>
            <a:r>
              <a:rPr lang="es-ES" sz="1400" dirty="0" smtClean="0">
                <a:latin typeface="Arial" panose="020B0604020202020204" pitchFamily="34" charset="0"/>
                <a:cs typeface="Arial" panose="020B0604020202020204" pitchFamily="34" charset="0"/>
              </a:rPr>
              <a:t>rgánica </a:t>
            </a:r>
            <a:r>
              <a:rPr lang="es-ES" sz="1400" dirty="0">
                <a:latin typeface="Arial" panose="020B0604020202020204" pitchFamily="34" charset="0"/>
                <a:cs typeface="Arial" panose="020B0604020202020204" pitchFamily="34" charset="0"/>
              </a:rPr>
              <a:t>de Reorganización del S</a:t>
            </a:r>
            <a:r>
              <a:rPr lang="es-ES" sz="1400" dirty="0" smtClean="0">
                <a:latin typeface="Arial" panose="020B0604020202020204" pitchFamily="34" charset="0"/>
                <a:cs typeface="Arial" panose="020B0604020202020204" pitchFamily="34" charset="0"/>
              </a:rPr>
              <a:t>ector Eléctrico. </a:t>
            </a:r>
            <a:r>
              <a:rPr lang="es-ES" sz="1400" dirty="0">
                <a:latin typeface="Arial" panose="020B0604020202020204" pitchFamily="34" charset="0"/>
                <a:cs typeface="Arial" panose="020B0604020202020204" pitchFamily="34" charset="0"/>
              </a:rPr>
              <a:t>En el que ordena la creación de la empresa de la Corporación Nacional de Electricidad (CORPOELEC) y la fusión con ella de todas las empresas eléctricas estatales y de las privadas una vez </a:t>
            </a:r>
            <a:r>
              <a:rPr lang="es-ES" sz="1400" dirty="0" smtClean="0">
                <a:latin typeface="Arial" panose="020B0604020202020204" pitchFamily="34" charset="0"/>
                <a:cs typeface="Arial" panose="020B0604020202020204" pitchFamily="34" charset="0"/>
              </a:rPr>
              <a:t>expropiadas.</a:t>
            </a:r>
            <a:endParaRPr lang="es-ES" sz="1400" dirty="0">
              <a:latin typeface="Arial" panose="020B0604020202020204" pitchFamily="34" charset="0"/>
              <a:cs typeface="Arial" panose="020B0604020202020204" pitchFamily="34" charset="0"/>
            </a:endParaRPr>
          </a:p>
          <a:p>
            <a:pPr algn="ctr"/>
            <a:endParaRPr lang="en-US" sz="1200" dirty="0">
              <a:latin typeface="Arial" panose="020B0604020202020204" pitchFamily="34" charset="0"/>
              <a:cs typeface="Arial" panose="020B0604020202020204" pitchFamily="34" charset="0"/>
            </a:endParaRPr>
          </a:p>
        </p:txBody>
      </p:sp>
      <p:sp>
        <p:nvSpPr>
          <p:cNvPr id="10" name="Rectángulo redondeado 9"/>
          <p:cNvSpPr/>
          <p:nvPr/>
        </p:nvSpPr>
        <p:spPr>
          <a:xfrm>
            <a:off x="3532929" y="624738"/>
            <a:ext cx="1440000" cy="720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VE" dirty="0" smtClean="0"/>
              <a:t>Orígenes</a:t>
            </a:r>
            <a:endParaRPr lang="en-US" dirty="0"/>
          </a:p>
        </p:txBody>
      </p:sp>
      <p:sp>
        <p:nvSpPr>
          <p:cNvPr id="11" name="Rectángulo redondeado 10"/>
          <p:cNvSpPr/>
          <p:nvPr/>
        </p:nvSpPr>
        <p:spPr>
          <a:xfrm>
            <a:off x="3532929" y="3069000"/>
            <a:ext cx="1440000" cy="720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1947</a:t>
            </a:r>
            <a:endParaRPr lang="en-US" dirty="0"/>
          </a:p>
        </p:txBody>
      </p:sp>
      <p:sp>
        <p:nvSpPr>
          <p:cNvPr id="12" name="Rectángulo redondeado 11"/>
          <p:cNvSpPr/>
          <p:nvPr/>
        </p:nvSpPr>
        <p:spPr>
          <a:xfrm>
            <a:off x="3532929" y="5513262"/>
            <a:ext cx="1440000" cy="720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VE" dirty="0" smtClean="0"/>
              <a:t>2007</a:t>
            </a:r>
            <a:endParaRPr lang="en-US" dirty="0"/>
          </a:p>
        </p:txBody>
      </p:sp>
      <p:sp>
        <p:nvSpPr>
          <p:cNvPr id="13" name="Rectángulo redondeado 12"/>
          <p:cNvSpPr/>
          <p:nvPr/>
        </p:nvSpPr>
        <p:spPr>
          <a:xfrm>
            <a:off x="211016" y="2889000"/>
            <a:ext cx="1800000" cy="1080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Épocas de la electricidad en Venezuela </a:t>
            </a:r>
          </a:p>
        </p:txBody>
      </p:sp>
      <p:cxnSp>
        <p:nvCxnSpPr>
          <p:cNvPr id="15" name="Conector recto de flecha 14"/>
          <p:cNvCxnSpPr>
            <a:stCxn id="13" idx="3"/>
            <a:endCxn id="10" idx="1"/>
          </p:cNvCxnSpPr>
          <p:nvPr/>
        </p:nvCxnSpPr>
        <p:spPr>
          <a:xfrm flipV="1">
            <a:off x="2011016" y="984738"/>
            <a:ext cx="1521913" cy="24442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Conector recto de flecha 16"/>
          <p:cNvCxnSpPr>
            <a:stCxn id="13" idx="3"/>
            <a:endCxn id="11" idx="1"/>
          </p:cNvCxnSpPr>
          <p:nvPr/>
        </p:nvCxnSpPr>
        <p:spPr>
          <a:xfrm>
            <a:off x="2011016" y="3429000"/>
            <a:ext cx="15219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Conector recto de flecha 18"/>
          <p:cNvCxnSpPr>
            <a:stCxn id="13" idx="3"/>
            <a:endCxn id="12" idx="1"/>
          </p:cNvCxnSpPr>
          <p:nvPr/>
        </p:nvCxnSpPr>
        <p:spPr>
          <a:xfrm>
            <a:off x="2011016" y="3429000"/>
            <a:ext cx="1521913" cy="24442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Conector recto de flecha 20"/>
          <p:cNvCxnSpPr>
            <a:stCxn id="10" idx="3"/>
            <a:endCxn id="7" idx="1"/>
          </p:cNvCxnSpPr>
          <p:nvPr/>
        </p:nvCxnSpPr>
        <p:spPr>
          <a:xfrm>
            <a:off x="4972929" y="984738"/>
            <a:ext cx="2148673" cy="1412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Conector recto de flecha 22"/>
          <p:cNvCxnSpPr>
            <a:stCxn id="11" idx="3"/>
          </p:cNvCxnSpPr>
          <p:nvPr/>
        </p:nvCxnSpPr>
        <p:spPr>
          <a:xfrm>
            <a:off x="4972929" y="3429000"/>
            <a:ext cx="214867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Conector recto de flecha 24"/>
          <p:cNvCxnSpPr>
            <a:stCxn id="12" idx="3"/>
            <a:endCxn id="9" idx="1"/>
          </p:cNvCxnSpPr>
          <p:nvPr/>
        </p:nvCxnSpPr>
        <p:spPr>
          <a:xfrm flipV="1">
            <a:off x="4972929" y="5732025"/>
            <a:ext cx="2148673" cy="1412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593270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a 3"/>
          <p:cNvGraphicFramePr/>
          <p:nvPr>
            <p:extLst>
              <p:ext uri="{D42A27DB-BD31-4B8C-83A1-F6EECF244321}">
                <p14:modId xmlns:p14="http://schemas.microsoft.com/office/powerpoint/2010/main" val="2871674894"/>
              </p:ext>
            </p:extLst>
          </p:nvPr>
        </p:nvGraphicFramePr>
        <p:xfrm>
          <a:off x="303932" y="1314968"/>
          <a:ext cx="5500915" cy="482992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Diagrama 4"/>
          <p:cNvGraphicFramePr/>
          <p:nvPr>
            <p:extLst>
              <p:ext uri="{D42A27DB-BD31-4B8C-83A1-F6EECF244321}">
                <p14:modId xmlns:p14="http://schemas.microsoft.com/office/powerpoint/2010/main" val="3719811280"/>
              </p:ext>
            </p:extLst>
          </p:nvPr>
        </p:nvGraphicFramePr>
        <p:xfrm>
          <a:off x="6348981" y="1458748"/>
          <a:ext cx="5500914" cy="4542367"/>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6" name="Tabla 5"/>
          <p:cNvGraphicFramePr>
            <a:graphicFrameLocks noGrp="1"/>
          </p:cNvGraphicFramePr>
          <p:nvPr>
            <p:extLst>
              <p:ext uri="{D42A27DB-BD31-4B8C-83A1-F6EECF244321}">
                <p14:modId xmlns:p14="http://schemas.microsoft.com/office/powerpoint/2010/main" val="174784470"/>
              </p:ext>
            </p:extLst>
          </p:nvPr>
        </p:nvGraphicFramePr>
        <p:xfrm>
          <a:off x="1269242" y="1774210"/>
          <a:ext cx="1446662" cy="1037230"/>
        </p:xfrm>
        <a:graphic>
          <a:graphicData uri="http://schemas.openxmlformats.org/drawingml/2006/table">
            <a:tbl>
              <a:tblPr/>
              <a:tblGrid>
                <a:gridCol w="1446662">
                  <a:extLst>
                    <a:ext uri="{9D8B030D-6E8A-4147-A177-3AD203B41FA5}">
                      <a16:colId xmlns:a16="http://schemas.microsoft.com/office/drawing/2014/main" val="4060485912"/>
                    </a:ext>
                  </a:extLst>
                </a:gridCol>
              </a:tblGrid>
              <a:tr h="1037230">
                <a:tc>
                  <a:txBody>
                    <a:bodyPr/>
                    <a:lstStyle/>
                    <a:p>
                      <a:r>
                        <a:rPr lang="es-VE" sz="1200" b="0" cap="none" spc="0" dirty="0" smtClean="0">
                          <a:ln>
                            <a:noFill/>
                          </a:ln>
                          <a:solidFill>
                            <a:schemeClr val="bg1"/>
                          </a:solidFill>
                          <a:effectLst/>
                          <a:latin typeface="Arial" panose="020B0604020202020204" pitchFamily="34" charset="0"/>
                          <a:cs typeface="Arial" panose="020B0604020202020204" pitchFamily="34" charset="0"/>
                        </a:rPr>
                        <a:t>EDEC</a:t>
                      </a:r>
                    </a:p>
                    <a:p>
                      <a:r>
                        <a:rPr lang="es-VE" sz="1200" b="0" cap="none" spc="0" dirty="0" smtClean="0">
                          <a:ln>
                            <a:noFill/>
                          </a:ln>
                          <a:solidFill>
                            <a:schemeClr val="bg1"/>
                          </a:solidFill>
                          <a:effectLst/>
                          <a:latin typeface="Arial" panose="020B0604020202020204" pitchFamily="34" charset="0"/>
                          <a:cs typeface="Arial" panose="020B0604020202020204" pitchFamily="34" charset="0"/>
                        </a:rPr>
                        <a:t>ELEVAL</a:t>
                      </a:r>
                    </a:p>
                    <a:p>
                      <a:r>
                        <a:rPr lang="es-VE" sz="1200" b="0" cap="none" spc="0" dirty="0" smtClean="0">
                          <a:ln>
                            <a:noFill/>
                          </a:ln>
                          <a:solidFill>
                            <a:schemeClr val="bg1"/>
                          </a:solidFill>
                          <a:effectLst/>
                          <a:latin typeface="Arial" panose="020B0604020202020204" pitchFamily="34" charset="0"/>
                          <a:cs typeface="Arial" panose="020B0604020202020204" pitchFamily="34" charset="0"/>
                        </a:rPr>
                        <a:t>GENEVAPCA</a:t>
                      </a:r>
                    </a:p>
                    <a:p>
                      <a:r>
                        <a:rPr lang="es-VE" sz="1200" b="0" cap="none" spc="0" dirty="0" smtClean="0">
                          <a:ln>
                            <a:noFill/>
                          </a:ln>
                          <a:solidFill>
                            <a:schemeClr val="bg1"/>
                          </a:solidFill>
                          <a:effectLst/>
                          <a:latin typeface="Arial" panose="020B0604020202020204" pitchFamily="34" charset="0"/>
                          <a:cs typeface="Arial" panose="020B0604020202020204" pitchFamily="34" charset="0"/>
                        </a:rPr>
                        <a:t>SENECA</a:t>
                      </a:r>
                    </a:p>
                    <a:p>
                      <a:r>
                        <a:rPr lang="es-VE" sz="1200" b="0" cap="none" spc="0" dirty="0" smtClean="0">
                          <a:ln>
                            <a:noFill/>
                          </a:ln>
                          <a:solidFill>
                            <a:schemeClr val="bg1"/>
                          </a:solidFill>
                          <a:effectLst/>
                          <a:latin typeface="Arial" panose="020B0604020202020204" pitchFamily="34" charset="0"/>
                          <a:cs typeface="Arial" panose="020B0604020202020204" pitchFamily="34" charset="0"/>
                        </a:rPr>
                        <a:t>TURBOVEN</a:t>
                      </a:r>
                      <a:endParaRPr lang="en-US" sz="1200" b="0" cap="none" spc="0" dirty="0">
                        <a:ln>
                          <a:noFill/>
                        </a:ln>
                        <a:solidFill>
                          <a:schemeClr val="bg1"/>
                        </a:solidFill>
                        <a:effectLst/>
                        <a:latin typeface="Arial" panose="020B0604020202020204" pitchFamily="34" charset="0"/>
                        <a:cs typeface="Arial" panose="020B0604020202020204" pitchFamily="34" charset="0"/>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2819579987"/>
                  </a:ext>
                </a:extLst>
              </a:tr>
            </a:tbl>
          </a:graphicData>
        </a:graphic>
      </p:graphicFrame>
      <p:graphicFrame>
        <p:nvGraphicFramePr>
          <p:cNvPr id="7" name="Tabla 6"/>
          <p:cNvGraphicFramePr>
            <a:graphicFrameLocks noGrp="1"/>
          </p:cNvGraphicFramePr>
          <p:nvPr>
            <p:extLst>
              <p:ext uri="{D42A27DB-BD31-4B8C-83A1-F6EECF244321}">
                <p14:modId xmlns:p14="http://schemas.microsoft.com/office/powerpoint/2010/main" val="2542298146"/>
              </p:ext>
            </p:extLst>
          </p:nvPr>
        </p:nvGraphicFramePr>
        <p:xfrm>
          <a:off x="4299044" y="1774210"/>
          <a:ext cx="982639" cy="777923"/>
        </p:xfrm>
        <a:graphic>
          <a:graphicData uri="http://schemas.openxmlformats.org/drawingml/2006/table">
            <a:tbl>
              <a:tblPr/>
              <a:tblGrid>
                <a:gridCol w="982639">
                  <a:extLst>
                    <a:ext uri="{9D8B030D-6E8A-4147-A177-3AD203B41FA5}">
                      <a16:colId xmlns:a16="http://schemas.microsoft.com/office/drawing/2014/main" val="3664558287"/>
                    </a:ext>
                  </a:extLst>
                </a:gridCol>
              </a:tblGrid>
              <a:tr h="777923">
                <a:tc>
                  <a:txBody>
                    <a:bodyPr/>
                    <a:lstStyle/>
                    <a:p>
                      <a:r>
                        <a:rPr lang="es-VE" sz="1200" dirty="0" smtClean="0">
                          <a:solidFill>
                            <a:schemeClr val="bg1"/>
                          </a:solidFill>
                          <a:latin typeface="Arial" panose="020B0604020202020204" pitchFamily="34" charset="0"/>
                          <a:cs typeface="Arial" panose="020B0604020202020204" pitchFamily="34" charset="0"/>
                        </a:rPr>
                        <a:t>EDEC</a:t>
                      </a:r>
                      <a:endParaRPr lang="en-US" sz="1200" dirty="0">
                        <a:solidFill>
                          <a:schemeClr val="bg1"/>
                        </a:solidFill>
                        <a:latin typeface="Arial" panose="020B0604020202020204" pitchFamily="34" charset="0"/>
                        <a:cs typeface="Arial" panose="020B0604020202020204" pitchFamily="34" charset="0"/>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2383953929"/>
                  </a:ext>
                </a:extLst>
              </a:tr>
            </a:tbl>
          </a:graphicData>
        </a:graphic>
      </p:graphicFrame>
      <p:graphicFrame>
        <p:nvGraphicFramePr>
          <p:cNvPr id="8" name="Tabla 7"/>
          <p:cNvGraphicFramePr>
            <a:graphicFrameLocks noGrp="1"/>
          </p:cNvGraphicFramePr>
          <p:nvPr>
            <p:extLst>
              <p:ext uri="{D42A27DB-BD31-4B8C-83A1-F6EECF244321}">
                <p14:modId xmlns:p14="http://schemas.microsoft.com/office/powerpoint/2010/main" val="1896654711"/>
              </p:ext>
            </p:extLst>
          </p:nvPr>
        </p:nvGraphicFramePr>
        <p:xfrm>
          <a:off x="1651378" y="4053490"/>
          <a:ext cx="1064526" cy="1554480"/>
        </p:xfrm>
        <a:graphic>
          <a:graphicData uri="http://schemas.openxmlformats.org/drawingml/2006/table">
            <a:tbl>
              <a:tblPr/>
              <a:tblGrid>
                <a:gridCol w="1064526">
                  <a:extLst>
                    <a:ext uri="{9D8B030D-6E8A-4147-A177-3AD203B41FA5}">
                      <a16:colId xmlns:a16="http://schemas.microsoft.com/office/drawing/2014/main" val="298353026"/>
                    </a:ext>
                  </a:extLst>
                </a:gridCol>
              </a:tblGrid>
              <a:tr h="1091821">
                <a:tc>
                  <a:txBody>
                    <a:bodyPr/>
                    <a:lstStyle/>
                    <a:p>
                      <a:r>
                        <a:rPr lang="es-VE" sz="1200" dirty="0" smtClean="0">
                          <a:solidFill>
                            <a:schemeClr val="bg1"/>
                          </a:solidFill>
                          <a:latin typeface="Arial" panose="020B0604020202020204" pitchFamily="34" charset="0"/>
                          <a:cs typeface="Arial" panose="020B0604020202020204" pitchFamily="34" charset="0"/>
                        </a:rPr>
                        <a:t>CALEY</a:t>
                      </a:r>
                    </a:p>
                    <a:p>
                      <a:r>
                        <a:rPr lang="es-VE" sz="1200" dirty="0" smtClean="0">
                          <a:solidFill>
                            <a:schemeClr val="bg1"/>
                          </a:solidFill>
                          <a:latin typeface="Arial" panose="020B0604020202020204" pitchFamily="34" charset="0"/>
                          <a:cs typeface="Arial" panose="020B0604020202020204" pitchFamily="34" charset="0"/>
                        </a:rPr>
                        <a:t>CALIFE</a:t>
                      </a:r>
                    </a:p>
                    <a:p>
                      <a:r>
                        <a:rPr lang="es-VE" sz="1200" dirty="0" smtClean="0">
                          <a:solidFill>
                            <a:schemeClr val="bg1"/>
                          </a:solidFill>
                          <a:latin typeface="Arial" panose="020B0604020202020204" pitchFamily="34" charset="0"/>
                          <a:cs typeface="Arial" panose="020B0604020202020204" pitchFamily="34" charset="0"/>
                        </a:rPr>
                        <a:t>EDEC</a:t>
                      </a:r>
                    </a:p>
                    <a:p>
                      <a:r>
                        <a:rPr lang="es-VE" sz="1200" dirty="0" smtClean="0">
                          <a:solidFill>
                            <a:schemeClr val="bg1"/>
                          </a:solidFill>
                          <a:latin typeface="Arial" panose="020B0604020202020204" pitchFamily="34" charset="0"/>
                          <a:cs typeface="Arial" panose="020B0604020202020204" pitchFamily="34" charset="0"/>
                        </a:rPr>
                        <a:t>ELEBOL</a:t>
                      </a:r>
                    </a:p>
                    <a:p>
                      <a:r>
                        <a:rPr lang="es-VE" sz="1200" dirty="0" smtClean="0">
                          <a:solidFill>
                            <a:schemeClr val="bg1"/>
                          </a:solidFill>
                          <a:latin typeface="Arial" panose="020B0604020202020204" pitchFamily="34" charset="0"/>
                          <a:cs typeface="Arial" panose="020B0604020202020204" pitchFamily="34" charset="0"/>
                        </a:rPr>
                        <a:t>ELEGGUA</a:t>
                      </a:r>
                    </a:p>
                    <a:p>
                      <a:r>
                        <a:rPr lang="es-VE" sz="1200" dirty="0" smtClean="0">
                          <a:solidFill>
                            <a:schemeClr val="bg1"/>
                          </a:solidFill>
                          <a:latin typeface="Arial" panose="020B0604020202020204" pitchFamily="34" charset="0"/>
                          <a:cs typeface="Arial" panose="020B0604020202020204" pitchFamily="34" charset="0"/>
                        </a:rPr>
                        <a:t>ELEVAL</a:t>
                      </a:r>
                    </a:p>
                    <a:p>
                      <a:r>
                        <a:rPr lang="es-VE" sz="1200" dirty="0" smtClean="0">
                          <a:solidFill>
                            <a:schemeClr val="bg1"/>
                          </a:solidFill>
                          <a:latin typeface="Arial" panose="020B0604020202020204" pitchFamily="34" charset="0"/>
                          <a:cs typeface="Arial" panose="020B0604020202020204" pitchFamily="34" charset="0"/>
                        </a:rPr>
                        <a:t>SENECA</a:t>
                      </a:r>
                    </a:p>
                    <a:p>
                      <a:r>
                        <a:rPr lang="es-VE" sz="1200" dirty="0" smtClean="0">
                          <a:solidFill>
                            <a:schemeClr val="bg1"/>
                          </a:solidFill>
                          <a:latin typeface="Arial" panose="020B0604020202020204" pitchFamily="34" charset="0"/>
                          <a:cs typeface="Arial" panose="020B0604020202020204" pitchFamily="34" charset="0"/>
                        </a:rPr>
                        <a:t>TURBOVEN</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558210073"/>
                  </a:ext>
                </a:extLst>
              </a:tr>
            </a:tbl>
          </a:graphicData>
        </a:graphic>
      </p:graphicFrame>
      <p:graphicFrame>
        <p:nvGraphicFramePr>
          <p:cNvPr id="9" name="Tabla 8"/>
          <p:cNvGraphicFramePr>
            <a:graphicFrameLocks noGrp="1"/>
          </p:cNvGraphicFramePr>
          <p:nvPr>
            <p:extLst>
              <p:ext uri="{D42A27DB-BD31-4B8C-83A1-F6EECF244321}">
                <p14:modId xmlns:p14="http://schemas.microsoft.com/office/powerpoint/2010/main" val="3610881769"/>
              </p:ext>
            </p:extLst>
          </p:nvPr>
        </p:nvGraphicFramePr>
        <p:xfrm>
          <a:off x="4254938" y="3957011"/>
          <a:ext cx="1214651" cy="1737360"/>
        </p:xfrm>
        <a:graphic>
          <a:graphicData uri="http://schemas.openxmlformats.org/drawingml/2006/table">
            <a:tbl>
              <a:tblPr/>
              <a:tblGrid>
                <a:gridCol w="1214651">
                  <a:extLst>
                    <a:ext uri="{9D8B030D-6E8A-4147-A177-3AD203B41FA5}">
                      <a16:colId xmlns:a16="http://schemas.microsoft.com/office/drawing/2014/main" val="3360016507"/>
                    </a:ext>
                  </a:extLst>
                </a:gridCol>
              </a:tblGrid>
              <a:tr h="1241946">
                <a:tc>
                  <a:txBody>
                    <a:bodyPr/>
                    <a:lstStyle/>
                    <a:p>
                      <a:r>
                        <a:rPr lang="es-VE" sz="1200" dirty="0" smtClean="0">
                          <a:solidFill>
                            <a:schemeClr val="bg1"/>
                          </a:solidFill>
                          <a:latin typeface="Arial" panose="020B0604020202020204" pitchFamily="34" charset="0"/>
                          <a:cs typeface="Arial" panose="020B0604020202020204" pitchFamily="34" charset="0"/>
                        </a:rPr>
                        <a:t>CALEY</a:t>
                      </a:r>
                    </a:p>
                    <a:p>
                      <a:r>
                        <a:rPr lang="es-VE" sz="1200" dirty="0" smtClean="0">
                          <a:solidFill>
                            <a:schemeClr val="bg1"/>
                          </a:solidFill>
                          <a:latin typeface="Arial" panose="020B0604020202020204" pitchFamily="34" charset="0"/>
                          <a:cs typeface="Arial" panose="020B0604020202020204" pitchFamily="34" charset="0"/>
                        </a:rPr>
                        <a:t>CALIFE</a:t>
                      </a:r>
                    </a:p>
                    <a:p>
                      <a:r>
                        <a:rPr lang="es-VE" sz="1200" dirty="0" smtClean="0">
                          <a:solidFill>
                            <a:schemeClr val="bg1"/>
                          </a:solidFill>
                          <a:latin typeface="Arial" panose="020B0604020202020204" pitchFamily="34" charset="0"/>
                          <a:cs typeface="Arial" panose="020B0604020202020204" pitchFamily="34" charset="0"/>
                        </a:rPr>
                        <a:t>EDEC</a:t>
                      </a:r>
                    </a:p>
                    <a:p>
                      <a:r>
                        <a:rPr lang="es-VE" sz="1200" dirty="0" smtClean="0">
                          <a:solidFill>
                            <a:schemeClr val="bg1"/>
                          </a:solidFill>
                          <a:latin typeface="Arial" panose="020B0604020202020204" pitchFamily="34" charset="0"/>
                          <a:cs typeface="Arial" panose="020B0604020202020204" pitchFamily="34" charset="0"/>
                        </a:rPr>
                        <a:t>ELEBOL</a:t>
                      </a:r>
                    </a:p>
                    <a:p>
                      <a:r>
                        <a:rPr lang="es-VE" sz="1200" dirty="0" smtClean="0">
                          <a:solidFill>
                            <a:schemeClr val="bg1"/>
                          </a:solidFill>
                          <a:latin typeface="Arial" panose="020B0604020202020204" pitchFamily="34" charset="0"/>
                          <a:cs typeface="Arial" panose="020B0604020202020204" pitchFamily="34" charset="0"/>
                        </a:rPr>
                        <a:t>ELEGGUA</a:t>
                      </a:r>
                    </a:p>
                    <a:p>
                      <a:r>
                        <a:rPr lang="es-VE" sz="1200" dirty="0" smtClean="0">
                          <a:solidFill>
                            <a:schemeClr val="bg1"/>
                          </a:solidFill>
                          <a:latin typeface="Arial" panose="020B0604020202020204" pitchFamily="34" charset="0"/>
                          <a:cs typeface="Arial" panose="020B0604020202020204" pitchFamily="34" charset="0"/>
                        </a:rPr>
                        <a:t>ELEVAL</a:t>
                      </a:r>
                    </a:p>
                    <a:p>
                      <a:r>
                        <a:rPr lang="es-VE" sz="1200" dirty="0" smtClean="0">
                          <a:solidFill>
                            <a:schemeClr val="bg1"/>
                          </a:solidFill>
                          <a:latin typeface="Arial" panose="020B0604020202020204" pitchFamily="34" charset="0"/>
                          <a:cs typeface="Arial" panose="020B0604020202020204" pitchFamily="34" charset="0"/>
                        </a:rPr>
                        <a:t>GENEVAPCA</a:t>
                      </a:r>
                    </a:p>
                    <a:p>
                      <a:r>
                        <a:rPr lang="es-VE" sz="1200" dirty="0" smtClean="0">
                          <a:solidFill>
                            <a:schemeClr val="bg1"/>
                          </a:solidFill>
                          <a:latin typeface="Arial" panose="020B0604020202020204" pitchFamily="34" charset="0"/>
                          <a:cs typeface="Arial" panose="020B0604020202020204" pitchFamily="34" charset="0"/>
                        </a:rPr>
                        <a:t>SENECA</a:t>
                      </a:r>
                    </a:p>
                    <a:p>
                      <a:r>
                        <a:rPr lang="es-VE" sz="1200" dirty="0" smtClean="0">
                          <a:solidFill>
                            <a:schemeClr val="bg1"/>
                          </a:solidFill>
                          <a:latin typeface="Arial" panose="020B0604020202020204" pitchFamily="34" charset="0"/>
                          <a:cs typeface="Arial" panose="020B0604020202020204" pitchFamily="34" charset="0"/>
                        </a:rPr>
                        <a:t>TURBOVEN</a:t>
                      </a:r>
                      <a:endParaRPr lang="en-US" sz="1200" dirty="0">
                        <a:solidFill>
                          <a:schemeClr val="bg1"/>
                        </a:solidFill>
                        <a:latin typeface="Arial" panose="020B0604020202020204" pitchFamily="34" charset="0"/>
                        <a:cs typeface="Arial" panose="020B0604020202020204" pitchFamily="34" charset="0"/>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2151309722"/>
                  </a:ext>
                </a:extLst>
              </a:tr>
            </a:tbl>
          </a:graphicData>
        </a:graphic>
      </p:graphicFrame>
      <p:graphicFrame>
        <p:nvGraphicFramePr>
          <p:cNvPr id="2" name="Tabla 1"/>
          <p:cNvGraphicFramePr>
            <a:graphicFrameLocks noGrp="1"/>
          </p:cNvGraphicFramePr>
          <p:nvPr>
            <p:extLst>
              <p:ext uri="{D42A27DB-BD31-4B8C-83A1-F6EECF244321}">
                <p14:modId xmlns:p14="http://schemas.microsoft.com/office/powerpoint/2010/main" val="3310104810"/>
              </p:ext>
            </p:extLst>
          </p:nvPr>
        </p:nvGraphicFramePr>
        <p:xfrm>
          <a:off x="574267" y="494050"/>
          <a:ext cx="11116491" cy="1371600"/>
        </p:xfrm>
        <a:graphic>
          <a:graphicData uri="http://schemas.openxmlformats.org/drawingml/2006/table">
            <a:tbl>
              <a:tblPr/>
              <a:tblGrid>
                <a:gridCol w="11116491">
                  <a:extLst>
                    <a:ext uri="{9D8B030D-6E8A-4147-A177-3AD203B41FA5}">
                      <a16:colId xmlns:a16="http://schemas.microsoft.com/office/drawing/2014/main" val="739134116"/>
                    </a:ext>
                  </a:extLst>
                </a:gridCol>
              </a:tblGrid>
              <a:tr h="128016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 sz="2800" dirty="0" smtClean="0">
                          <a:solidFill>
                            <a:schemeClr val="accent1"/>
                          </a:solidFill>
                          <a:latin typeface="Times New Roman" panose="02020603050405020304" pitchFamily="18" charset="0"/>
                          <a:cs typeface="Times New Roman" panose="02020603050405020304" pitchFamily="18" charset="0"/>
                        </a:rPr>
                        <a:t>CADENA PRODUCIVA DEL SERVICIO ELECTRICO Y EMPRESAS INVOLUCRADAS</a:t>
                      </a:r>
                    </a:p>
                    <a:p>
                      <a:pPr algn="ctr"/>
                      <a:endParaRPr lang="en-US" sz="2800" dirty="0">
                        <a:latin typeface="Times New Roman" panose="02020603050405020304" pitchFamily="18" charset="0"/>
                        <a:cs typeface="Times New Roman" panose="02020603050405020304" pitchFamily="18" charset="0"/>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2234980274"/>
                  </a:ext>
                </a:extLst>
              </a:tr>
            </a:tbl>
          </a:graphicData>
        </a:graphic>
      </p:graphicFrame>
    </p:spTree>
    <p:extLst>
      <p:ext uri="{BB962C8B-B14F-4D97-AF65-F5344CB8AC3E}">
        <p14:creationId xmlns:p14="http://schemas.microsoft.com/office/powerpoint/2010/main" val="37994284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19536" y="198814"/>
            <a:ext cx="10717497" cy="1320800"/>
          </a:xfrm>
        </p:spPr>
        <p:txBody>
          <a:bodyPr>
            <a:normAutofit/>
          </a:bodyPr>
          <a:lstStyle/>
          <a:p>
            <a:pPr algn="ctr"/>
            <a:r>
              <a:rPr lang="es-VE" sz="3200" dirty="0" smtClean="0">
                <a:latin typeface="Times New Roman" panose="02020603050405020304" pitchFamily="18" charset="0"/>
                <a:cs typeface="Times New Roman" panose="02020603050405020304" pitchFamily="18" charset="0"/>
              </a:rPr>
              <a:t>MARCO LEGAL </a:t>
            </a:r>
            <a:endParaRPr lang="en-US" sz="3200" dirty="0">
              <a:latin typeface="Times New Roman" panose="02020603050405020304" pitchFamily="18" charset="0"/>
              <a:cs typeface="Times New Roman" panose="02020603050405020304" pitchFamily="18" charset="0"/>
            </a:endParaRPr>
          </a:p>
        </p:txBody>
      </p:sp>
      <p:sp>
        <p:nvSpPr>
          <p:cNvPr id="4" name="Rectángulo 3"/>
          <p:cNvSpPr/>
          <p:nvPr/>
        </p:nvSpPr>
        <p:spPr>
          <a:xfrm>
            <a:off x="517431" y="724477"/>
            <a:ext cx="4140000" cy="252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VE" sz="1400" b="1" u="sng" dirty="0" smtClean="0">
                <a:latin typeface="Arial" panose="020B0604020202020204" pitchFamily="34" charset="0"/>
                <a:cs typeface="Arial" panose="020B0604020202020204" pitchFamily="34" charset="0"/>
              </a:rPr>
              <a:t>LEY DEL SERVICIO ELECTRICO 1999 (L.S.E)</a:t>
            </a:r>
          </a:p>
          <a:p>
            <a:pPr algn="ctr"/>
            <a:endParaRPr lang="es-VE" sz="1400" dirty="0" smtClean="0">
              <a:latin typeface="Arial" panose="020B0604020202020204" pitchFamily="34" charset="0"/>
              <a:cs typeface="Arial" panose="020B0604020202020204" pitchFamily="34" charset="0"/>
            </a:endParaRPr>
          </a:p>
          <a:p>
            <a:pPr algn="ctr"/>
            <a:r>
              <a:rPr lang="es-VE" sz="1400" dirty="0" smtClean="0">
                <a:latin typeface="Arial" panose="020B0604020202020204" pitchFamily="34" charset="0"/>
                <a:cs typeface="Arial" panose="020B0604020202020204" pitchFamily="34" charset="0"/>
              </a:rPr>
              <a:t>En Abril de 1999 el Congreso Nacional aprobó una ley habilitante que autorizo al presidente de la Republica dictar medidas de interés publico, que fundamento la Ley del Servicio Eléctrico. Esta fue publicada en </a:t>
            </a:r>
            <a:r>
              <a:rPr lang="es-VE" sz="1400" dirty="0">
                <a:latin typeface="Arial" panose="020B0604020202020204" pitchFamily="34" charset="0"/>
                <a:cs typeface="Arial" panose="020B0604020202020204" pitchFamily="34" charset="0"/>
              </a:rPr>
              <a:t>G</a:t>
            </a:r>
            <a:r>
              <a:rPr lang="es-VE" sz="1400" dirty="0" smtClean="0">
                <a:latin typeface="Arial" panose="020B0604020202020204" pitchFamily="34" charset="0"/>
                <a:cs typeface="Arial" panose="020B0604020202020204" pitchFamily="34" charset="0"/>
              </a:rPr>
              <a:t>aceta </a:t>
            </a:r>
            <a:r>
              <a:rPr lang="es-VE" sz="1400" dirty="0">
                <a:latin typeface="Arial" panose="020B0604020202020204" pitchFamily="34" charset="0"/>
                <a:cs typeface="Arial" panose="020B0604020202020204" pitchFamily="34" charset="0"/>
              </a:rPr>
              <a:t>O</a:t>
            </a:r>
            <a:r>
              <a:rPr lang="es-VE" sz="1400" dirty="0" smtClean="0">
                <a:latin typeface="Arial" panose="020B0604020202020204" pitchFamily="34" charset="0"/>
                <a:cs typeface="Arial" panose="020B0604020202020204" pitchFamily="34" charset="0"/>
              </a:rPr>
              <a:t>ficial 36.791  de fecha 21 de Septiembre de 1999.</a:t>
            </a:r>
            <a:endParaRPr lang="en-US" sz="1400" dirty="0">
              <a:latin typeface="Arial" panose="020B0604020202020204" pitchFamily="34" charset="0"/>
              <a:cs typeface="Arial" panose="020B0604020202020204" pitchFamily="34" charset="0"/>
            </a:endParaRPr>
          </a:p>
        </p:txBody>
      </p:sp>
      <p:sp>
        <p:nvSpPr>
          <p:cNvPr id="5" name="Rectángulo 4"/>
          <p:cNvSpPr/>
          <p:nvPr/>
        </p:nvSpPr>
        <p:spPr>
          <a:xfrm>
            <a:off x="7463796" y="724477"/>
            <a:ext cx="4140000" cy="252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VE" sz="1400" b="1" u="sng" dirty="0" smtClean="0">
                <a:latin typeface="Arial" panose="020B0604020202020204" pitchFamily="34" charset="0"/>
                <a:cs typeface="Arial" panose="020B0604020202020204" pitchFamily="34" charset="0"/>
              </a:rPr>
              <a:t>LEY ORGANICA DEL SERVICIO ELECTRICO</a:t>
            </a:r>
            <a:r>
              <a:rPr lang="en-US" sz="1400" b="1" u="sng" dirty="0" smtClean="0">
                <a:latin typeface="Arial" panose="020B0604020202020204" pitchFamily="34" charset="0"/>
                <a:cs typeface="Arial" panose="020B0604020202020204" pitchFamily="34" charset="0"/>
              </a:rPr>
              <a:t> 2001 (L.O.S.E)</a:t>
            </a:r>
          </a:p>
          <a:p>
            <a:pPr algn="ctr"/>
            <a:endParaRPr lang="es-VE" sz="1400" b="1" u="sng" dirty="0" smtClean="0">
              <a:latin typeface="Arial" panose="020B0604020202020204" pitchFamily="34" charset="0"/>
              <a:cs typeface="Arial" panose="020B0604020202020204" pitchFamily="34" charset="0"/>
            </a:endParaRPr>
          </a:p>
          <a:p>
            <a:pPr algn="ctr"/>
            <a:r>
              <a:rPr lang="es-VE" sz="1400" dirty="0" smtClean="0">
                <a:latin typeface="Arial" panose="020B0604020202020204" pitchFamily="34" charset="0"/>
                <a:cs typeface="Arial" panose="020B0604020202020204" pitchFamily="34" charset="0"/>
              </a:rPr>
              <a:t>Publicada en la Gaceta Oficial 5.568 del 31 de Diciembre de 2001, la cual es una evolución de la ley de 1999. De esta se derivan las Normas de Calidad del Servicio  de Distribución de Electricidad y el Reglamento de Servicio</a:t>
            </a:r>
          </a:p>
          <a:p>
            <a:pPr algn="ctr"/>
            <a:endParaRPr lang="es-VE" sz="1400" dirty="0" smtClean="0">
              <a:latin typeface="Arial" panose="020B0604020202020204" pitchFamily="34" charset="0"/>
              <a:cs typeface="Arial" panose="020B0604020202020204" pitchFamily="34" charset="0"/>
            </a:endParaRPr>
          </a:p>
        </p:txBody>
      </p:sp>
      <p:sp>
        <p:nvSpPr>
          <p:cNvPr id="6" name="Rectángulo 5"/>
          <p:cNvSpPr/>
          <p:nvPr/>
        </p:nvSpPr>
        <p:spPr>
          <a:xfrm>
            <a:off x="7484012" y="4053165"/>
            <a:ext cx="4140000" cy="252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VE" sz="1400" b="1" u="sng" dirty="0" smtClean="0">
                <a:latin typeface="Arial" panose="020B0604020202020204" pitchFamily="34" charset="0"/>
                <a:cs typeface="Arial" panose="020B0604020202020204" pitchFamily="34" charset="0"/>
              </a:rPr>
              <a:t>LEY ORGANICA DE REORGANIZACION DEL SERVICIO ELECTRICO 2007 (L.O.R.S.E)</a:t>
            </a:r>
          </a:p>
          <a:p>
            <a:pPr algn="ctr"/>
            <a:endParaRPr lang="es-VE" sz="1400" dirty="0" smtClean="0">
              <a:latin typeface="Arial" panose="020B0604020202020204" pitchFamily="34" charset="0"/>
              <a:cs typeface="Arial" panose="020B0604020202020204" pitchFamily="34" charset="0"/>
            </a:endParaRPr>
          </a:p>
          <a:p>
            <a:pPr algn="ctr"/>
            <a:r>
              <a:rPr lang="es-VE" sz="1400" dirty="0" smtClean="0">
                <a:latin typeface="Arial" panose="020B0604020202020204" pitchFamily="34" charset="0"/>
                <a:cs typeface="Arial" panose="020B0604020202020204" pitchFamily="34" charset="0"/>
              </a:rPr>
              <a:t>En años posteriores, con motivo de los cambios políticos presentes en el país, se inicia una evaluación del modelo de gestión establecido  en la L.O.S.E, que derivo en nuevos instrumentos legales: la Ley Orgánica de Reorganización del Sector Eléctrico (L.O.R.S.E), en la cual dicta la creación de CORPOELEC, además de la creación del Ministerio del Poder Popular para la Energía Eléctrica</a:t>
            </a:r>
          </a:p>
        </p:txBody>
      </p:sp>
      <p:sp>
        <p:nvSpPr>
          <p:cNvPr id="7" name="Rectángulo 6"/>
          <p:cNvSpPr/>
          <p:nvPr/>
        </p:nvSpPr>
        <p:spPr>
          <a:xfrm>
            <a:off x="517431" y="4053165"/>
            <a:ext cx="4140000" cy="252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VE" sz="1400" b="1" u="sng" dirty="0" smtClean="0">
                <a:latin typeface="Arial" panose="020B0604020202020204" pitchFamily="34" charset="0"/>
                <a:cs typeface="Arial" panose="020B0604020202020204" pitchFamily="34" charset="0"/>
              </a:rPr>
              <a:t>LEY ORGANICA DEL SISTEMA Y SERVICIO ELECTRICO 2010 (L.O.S.S.E)</a:t>
            </a:r>
          </a:p>
          <a:p>
            <a:pPr algn="ctr"/>
            <a:endParaRPr lang="es-VE" sz="1400" dirty="0">
              <a:latin typeface="Arial" panose="020B0604020202020204" pitchFamily="34" charset="0"/>
              <a:cs typeface="Arial" panose="020B0604020202020204" pitchFamily="34" charset="0"/>
            </a:endParaRPr>
          </a:p>
          <a:p>
            <a:pPr algn="ctr"/>
            <a:r>
              <a:rPr lang="es-VE" sz="1400" dirty="0" smtClean="0">
                <a:latin typeface="Arial" panose="020B0604020202020204" pitchFamily="34" charset="0"/>
                <a:cs typeface="Arial" panose="020B0604020202020204" pitchFamily="34" charset="0"/>
              </a:rPr>
              <a:t>La Ley Orgánica del Sistema y Servicio Eléctrico (L.O.S.S.E) fue promulgada en la gaceta 39.573 Del 14 de Diciembre de 2010. Tiene por objeto establecer las disposiciones que regular aran el sistema eléctrico y la prestación del servicio eléctrico. Se establecen las premisas, que rigen la prestación del servicio eléctrico: Acceso universal, reserva y dominio del estado, modelo de gestión socialista.</a:t>
            </a:r>
            <a:endParaRPr lang="en-US" sz="1400" dirty="0">
              <a:latin typeface="Arial" panose="020B0604020202020204" pitchFamily="34" charset="0"/>
              <a:cs typeface="Arial" panose="020B0604020202020204" pitchFamily="34" charset="0"/>
            </a:endParaRPr>
          </a:p>
        </p:txBody>
      </p:sp>
      <p:sp>
        <p:nvSpPr>
          <p:cNvPr id="8" name="Flecha derecha 7"/>
          <p:cNvSpPr/>
          <p:nvPr/>
        </p:nvSpPr>
        <p:spPr>
          <a:xfrm>
            <a:off x="5317587" y="1408331"/>
            <a:ext cx="1645920" cy="1041009"/>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dirty="0"/>
          </a:p>
        </p:txBody>
      </p:sp>
      <p:sp>
        <p:nvSpPr>
          <p:cNvPr id="9" name="Flecha derecha 8"/>
          <p:cNvSpPr/>
          <p:nvPr/>
        </p:nvSpPr>
        <p:spPr>
          <a:xfrm flipH="1">
            <a:off x="5373858" y="4610990"/>
            <a:ext cx="1645920" cy="1041009"/>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dirty="0"/>
          </a:p>
        </p:txBody>
      </p:sp>
      <p:sp>
        <p:nvSpPr>
          <p:cNvPr id="10" name="Flecha derecha 9"/>
          <p:cNvSpPr/>
          <p:nvPr/>
        </p:nvSpPr>
        <p:spPr>
          <a:xfrm rot="5400000">
            <a:off x="9145172" y="3144039"/>
            <a:ext cx="777245" cy="1041009"/>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62389755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0" y="609600"/>
            <a:ext cx="12191999" cy="775063"/>
          </a:xfrm>
        </p:spPr>
        <p:txBody>
          <a:bodyPr>
            <a:normAutofit fontScale="90000"/>
          </a:bodyPr>
          <a:lstStyle/>
          <a:p>
            <a:pPr algn="ctr"/>
            <a:r>
              <a:rPr lang="es-VE" sz="3200" dirty="0" smtClean="0">
                <a:latin typeface="Times New Roman" panose="02020603050405020304" pitchFamily="18" charset="0"/>
                <a:cs typeface="Times New Roman" panose="02020603050405020304" pitchFamily="18" charset="0"/>
              </a:rPr>
              <a:t>SITUACION ACTUAL DEL SISTEMA ELECTRICO DE VENEZUELA</a:t>
            </a:r>
            <a:endParaRPr lang="en-US" sz="3200" dirty="0">
              <a:latin typeface="Times New Roman" panose="02020603050405020304" pitchFamily="18" charset="0"/>
              <a:cs typeface="Times New Roman" panose="02020603050405020304" pitchFamily="18" charset="0"/>
            </a:endParaRPr>
          </a:p>
        </p:txBody>
      </p:sp>
      <p:sp>
        <p:nvSpPr>
          <p:cNvPr id="3" name="Elipse 2"/>
          <p:cNvSpPr/>
          <p:nvPr/>
        </p:nvSpPr>
        <p:spPr>
          <a:xfrm>
            <a:off x="3139913" y="3429000"/>
            <a:ext cx="3240000" cy="32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VE" sz="1200" b="1" u="sng" dirty="0" smtClean="0">
                <a:latin typeface="Arial" panose="020B0604020202020204" pitchFamily="34" charset="0"/>
                <a:cs typeface="Arial" panose="020B0604020202020204" pitchFamily="34" charset="0"/>
              </a:rPr>
              <a:t>CRISIS</a:t>
            </a:r>
          </a:p>
          <a:p>
            <a:pPr algn="ctr"/>
            <a:endParaRPr lang="es-VE" sz="1200" dirty="0">
              <a:latin typeface="Arial" panose="020B0604020202020204" pitchFamily="34" charset="0"/>
              <a:cs typeface="Arial" panose="020B0604020202020204" pitchFamily="34" charset="0"/>
            </a:endParaRPr>
          </a:p>
          <a:p>
            <a:pPr algn="ctr"/>
            <a:r>
              <a:rPr lang="es-VE" sz="1200" dirty="0" smtClean="0">
                <a:latin typeface="Arial" panose="020B0604020202020204" pitchFamily="34" charset="0"/>
                <a:cs typeface="Arial" panose="020B0604020202020204" pitchFamily="34" charset="0"/>
              </a:rPr>
              <a:t>El actual sistema eléctrico nacional no tiene la capacidad para satisfacer la demanda. En otras palabras, el sistema eléctrico colapso. Existe una deficiencia en la generación, en la transmisión y distribución, y todo motivado por una mala gerencia en los últimos 10 años al no ejecutar los proyectos planeados y necesarios para satisfacer la demanda.</a:t>
            </a:r>
            <a:endParaRPr lang="en-US" sz="1200" dirty="0">
              <a:latin typeface="Arial" panose="020B0604020202020204" pitchFamily="34" charset="0"/>
              <a:cs typeface="Arial" panose="020B0604020202020204" pitchFamily="34" charset="0"/>
            </a:endParaRPr>
          </a:p>
        </p:txBody>
      </p:sp>
      <p:sp>
        <p:nvSpPr>
          <p:cNvPr id="9" name="Elipse 8"/>
          <p:cNvSpPr/>
          <p:nvPr/>
        </p:nvSpPr>
        <p:spPr>
          <a:xfrm>
            <a:off x="5880701" y="1184366"/>
            <a:ext cx="3240000" cy="32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VE" sz="1400" b="1" u="sng" dirty="0" smtClean="0">
                <a:latin typeface="Arial" panose="020B0604020202020204" pitchFamily="34" charset="0"/>
                <a:cs typeface="Arial" panose="020B0604020202020204" pitchFamily="34" charset="0"/>
              </a:rPr>
              <a:t>CAUSAS:</a:t>
            </a:r>
          </a:p>
          <a:p>
            <a:pPr algn="ctr"/>
            <a:endParaRPr lang="es-VE" sz="1400" dirty="0">
              <a:latin typeface="Arial" panose="020B0604020202020204" pitchFamily="34" charset="0"/>
              <a:cs typeface="Arial" panose="020B0604020202020204" pitchFamily="34" charset="0"/>
            </a:endParaRPr>
          </a:p>
          <a:p>
            <a:pPr algn="ctr"/>
            <a:r>
              <a:rPr lang="es-VE" sz="1200" dirty="0" smtClean="0">
                <a:latin typeface="Arial" panose="020B0604020202020204" pitchFamily="34" charset="0"/>
                <a:cs typeface="Arial" panose="020B0604020202020204" pitchFamily="34" charset="0"/>
              </a:rPr>
              <a:t>-Una mala administración</a:t>
            </a:r>
          </a:p>
          <a:p>
            <a:pPr algn="ctr"/>
            <a:r>
              <a:rPr lang="es-VE" sz="1200" dirty="0" smtClean="0">
                <a:latin typeface="Arial" panose="020B0604020202020204" pitchFamily="34" charset="0"/>
                <a:cs typeface="Arial" panose="020B0604020202020204" pitchFamily="34" charset="0"/>
              </a:rPr>
              <a:t>-Saturación de las líneas de distribución y transmisión </a:t>
            </a:r>
          </a:p>
          <a:p>
            <a:pPr algn="ctr"/>
            <a:r>
              <a:rPr lang="es-VE" sz="1200" dirty="0" smtClean="0">
                <a:latin typeface="Arial" panose="020B0604020202020204" pitchFamily="34" charset="0"/>
                <a:cs typeface="Arial" panose="020B0604020202020204" pitchFamily="34" charset="0"/>
              </a:rPr>
              <a:t>-Obras inconclusas</a:t>
            </a:r>
          </a:p>
          <a:p>
            <a:pPr algn="ctr"/>
            <a:r>
              <a:rPr lang="es-VE" sz="1200" dirty="0" smtClean="0">
                <a:latin typeface="Arial" panose="020B0604020202020204" pitchFamily="34" charset="0"/>
                <a:cs typeface="Arial" panose="020B0604020202020204" pitchFamily="34" charset="0"/>
              </a:rPr>
              <a:t>-Falta de mantenimiento</a:t>
            </a:r>
          </a:p>
          <a:p>
            <a:pPr algn="ctr"/>
            <a:r>
              <a:rPr lang="es-VE" sz="1200" dirty="0" smtClean="0">
                <a:latin typeface="Arial" panose="020B0604020202020204" pitchFamily="34" charset="0"/>
                <a:cs typeface="Arial" panose="020B0604020202020204" pitchFamily="34" charset="0"/>
              </a:rPr>
              <a:t>-Ausencia de personal capacitado</a:t>
            </a:r>
          </a:p>
          <a:p>
            <a:pPr algn="ctr"/>
            <a:r>
              <a:rPr lang="es-VE" sz="1200" dirty="0" smtClean="0">
                <a:latin typeface="Arial" panose="020B0604020202020204" pitchFamily="34" charset="0"/>
                <a:cs typeface="Arial" panose="020B0604020202020204" pitchFamily="34" charset="0"/>
              </a:rPr>
              <a:t>-Negligencia y desorden administrativo y de control</a:t>
            </a:r>
          </a:p>
          <a:p>
            <a:pPr algn="ctr"/>
            <a:endParaRPr lang="en-US" sz="1600" dirty="0"/>
          </a:p>
        </p:txBody>
      </p:sp>
      <p:sp>
        <p:nvSpPr>
          <p:cNvPr id="10" name="Elipse 9"/>
          <p:cNvSpPr/>
          <p:nvPr/>
        </p:nvSpPr>
        <p:spPr>
          <a:xfrm>
            <a:off x="8621489" y="3429000"/>
            <a:ext cx="3240000" cy="32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VE" sz="1200" b="1" u="sng" dirty="0" smtClean="0">
                <a:latin typeface="Arial" panose="020B0604020202020204" pitchFamily="34" charset="0"/>
                <a:cs typeface="Arial" panose="020B0604020202020204" pitchFamily="34" charset="0"/>
              </a:rPr>
              <a:t>MEDIDAS TOMADAS:</a:t>
            </a:r>
          </a:p>
          <a:p>
            <a:pPr algn="ctr"/>
            <a:endParaRPr lang="es-VE" sz="1200" dirty="0">
              <a:latin typeface="Arial" panose="020B0604020202020204" pitchFamily="34" charset="0"/>
              <a:cs typeface="Arial" panose="020B0604020202020204" pitchFamily="34" charset="0"/>
            </a:endParaRPr>
          </a:p>
          <a:p>
            <a:pPr algn="ctr"/>
            <a:r>
              <a:rPr lang="es-VE" sz="1200" dirty="0" smtClean="0">
                <a:latin typeface="Arial" panose="020B0604020202020204" pitchFamily="34" charset="0"/>
                <a:cs typeface="Arial" panose="020B0604020202020204" pitchFamily="34" charset="0"/>
              </a:rPr>
              <a:t>-Instalaciones de centrales termoeléctricas</a:t>
            </a:r>
          </a:p>
          <a:p>
            <a:pPr algn="ctr"/>
            <a:r>
              <a:rPr lang="es-VE" sz="1200" dirty="0" smtClean="0">
                <a:latin typeface="Arial" panose="020B0604020202020204" pitchFamily="34" charset="0"/>
                <a:cs typeface="Arial" panose="020B0604020202020204" pitchFamily="34" charset="0"/>
              </a:rPr>
              <a:t>-Racionamiento en el país</a:t>
            </a:r>
          </a:p>
          <a:p>
            <a:pPr algn="ctr"/>
            <a:r>
              <a:rPr lang="es-VE" sz="1200" dirty="0" smtClean="0">
                <a:latin typeface="Arial" panose="020B0604020202020204" pitchFamily="34" charset="0"/>
                <a:cs typeface="Arial" panose="020B0604020202020204" pitchFamily="34" charset="0"/>
              </a:rPr>
              <a:t>-Reducción de la jornada labora de los empleados públicos a 6 horas</a:t>
            </a:r>
          </a:p>
          <a:p>
            <a:pPr algn="ctr"/>
            <a:r>
              <a:rPr lang="es-VE" sz="1200" dirty="0" smtClean="0">
                <a:latin typeface="Arial" panose="020B0604020202020204" pitchFamily="34" charset="0"/>
                <a:cs typeface="Arial" panose="020B0604020202020204" pitchFamily="34" charset="0"/>
              </a:rPr>
              <a:t>-Formación de un Ministerio de Energía eléctrica en 2009</a:t>
            </a:r>
          </a:p>
          <a:p>
            <a:pPr algn="ctr"/>
            <a:r>
              <a:rPr lang="es-VE" sz="1200" dirty="0" smtClean="0">
                <a:latin typeface="Arial" panose="020B0604020202020204" pitchFamily="34" charset="0"/>
                <a:cs typeface="Arial" panose="020B0604020202020204" pitchFamily="34" charset="0"/>
              </a:rPr>
              <a:t>-Programa de mas de 79 millones de bombillos ahorradores de luz que serian distribuidos e instalados gratuitamente, para eliminar los bombillos de filamento</a:t>
            </a:r>
          </a:p>
        </p:txBody>
      </p:sp>
      <p:sp>
        <p:nvSpPr>
          <p:cNvPr id="11" name="Elipse 10"/>
          <p:cNvSpPr/>
          <p:nvPr/>
        </p:nvSpPr>
        <p:spPr>
          <a:xfrm>
            <a:off x="169817" y="1384663"/>
            <a:ext cx="3240000" cy="324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VE" sz="1200" b="1" u="sng" dirty="0" smtClean="0">
                <a:latin typeface="Arial" panose="020B0604020202020204" pitchFamily="34" charset="0"/>
                <a:cs typeface="Arial" panose="020B0604020202020204" pitchFamily="34" charset="0"/>
              </a:rPr>
              <a:t>CARACTRISTICAS:</a:t>
            </a:r>
          </a:p>
          <a:p>
            <a:pPr algn="ctr"/>
            <a:endParaRPr lang="es-VE" sz="1200" dirty="0">
              <a:latin typeface="Arial" panose="020B0604020202020204" pitchFamily="34" charset="0"/>
              <a:cs typeface="Arial" panose="020B0604020202020204" pitchFamily="34" charset="0"/>
            </a:endParaRPr>
          </a:p>
          <a:p>
            <a:pPr algn="ctr"/>
            <a:r>
              <a:rPr lang="es-VE" sz="1200" dirty="0" smtClean="0">
                <a:latin typeface="Arial" panose="020B0604020202020204" pitchFamily="34" charset="0"/>
                <a:cs typeface="Arial" panose="020B0604020202020204" pitchFamily="34" charset="0"/>
              </a:rPr>
              <a:t>El sector eléctrico en Venezuela desde el 2007 ha modificado su estructura con el surgimiento de CORPOELEC. La capacidad total instalada es de 21215 MW, de los cuales el 65% son hidroeléctricos y el 35% son térmicos. Esta distribución de generación es una debilidad  debido a su alta dependencia a la hidroelectricidad.</a:t>
            </a:r>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48120636"/>
      </p:ext>
    </p:extLst>
  </p:cSld>
  <p:clrMapOvr>
    <a:masterClrMapping/>
  </p:clrMapOvr>
  <p:timing>
    <p:tnLst>
      <p:par>
        <p:cTn id="1" dur="indefinite" restart="never" nodeType="tmRoot"/>
      </p:par>
    </p:tnLst>
  </p:timing>
</p:sld>
</file>

<file path=ppt/theme/theme1.xml><?xml version="1.0" encoding="utf-8"?>
<a:theme xmlns:a="http://schemas.openxmlformats.org/drawingml/2006/main" name="Faceta">
  <a:themeElements>
    <a:clrScheme name="Faceta">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a">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
  <TotalTime>363</TotalTime>
  <Words>763</Words>
  <Application>Microsoft Office PowerPoint</Application>
  <PresentationFormat>Panorámica</PresentationFormat>
  <Paragraphs>119</Paragraphs>
  <Slides>5</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5</vt:i4>
      </vt:variant>
    </vt:vector>
  </HeadingPairs>
  <TitlesOfParts>
    <vt:vector size="10" baseType="lpstr">
      <vt:lpstr>Arial</vt:lpstr>
      <vt:lpstr>Times New Roman</vt:lpstr>
      <vt:lpstr>Trebuchet MS</vt:lpstr>
      <vt:lpstr>Wingdings 3</vt:lpstr>
      <vt:lpstr>Faceta</vt:lpstr>
      <vt:lpstr>REPÚBLICA BOLIVARIANA DE VENEZUELA. MINISTERIO DEL PODER POPULAR PARA LA EDUCACIÓN UNIVERSITARIA, CIENCIA Y TECNOLOGÍA. UNIVERSIDAD POLITÉCNICA TERRITORIAL DEL ESTADO PORTUGUESA “JUAN DE JESÚS MONTILLA”. ACARIGUA – PORTGUESA</vt:lpstr>
      <vt:lpstr>Presentación de PowerPoint</vt:lpstr>
      <vt:lpstr>Presentación de PowerPoint</vt:lpstr>
      <vt:lpstr>MARCO LEGAL </vt:lpstr>
      <vt:lpstr>SITUACION ACTUAL DEL SISTEMA ELECTRICO DE VENEZUELA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Usuario de Windows</dc:creator>
  <cp:lastModifiedBy>Usuario de Windows</cp:lastModifiedBy>
  <cp:revision>37</cp:revision>
  <dcterms:created xsi:type="dcterms:W3CDTF">2020-03-19T19:58:52Z</dcterms:created>
  <dcterms:modified xsi:type="dcterms:W3CDTF">2020-03-22T20:27:01Z</dcterms:modified>
</cp:coreProperties>
</file>