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0" r:id="rId4"/>
  </p:sldIdLst>
  <p:sldSz cx="10693400" cy="7556500"/>
  <p:notesSz cx="10017125" cy="6888163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9" d="100"/>
          <a:sy n="79" d="100"/>
        </p:scale>
        <p:origin x="-510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342515"/>
            <a:ext cx="854964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231640"/>
            <a:ext cx="70408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CC0000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CC0000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37995"/>
            <a:ext cx="43754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37995"/>
            <a:ext cx="43754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3047" y="7239761"/>
            <a:ext cx="9473565" cy="0"/>
          </a:xfrm>
          <a:custGeom>
            <a:avLst/>
            <a:gdLst/>
            <a:ahLst/>
            <a:cxnLst/>
            <a:rect l="l" t="t" r="r" b="b"/>
            <a:pathLst>
              <a:path w="9473565">
                <a:moveTo>
                  <a:pt x="0" y="0"/>
                </a:moveTo>
                <a:lnTo>
                  <a:pt x="9473184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058" y="589301"/>
            <a:ext cx="3840479" cy="1233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59687" y="2689367"/>
            <a:ext cx="5820409" cy="2613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CC0000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027545"/>
            <a:ext cx="32186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027545"/>
            <a:ext cx="231343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027545"/>
            <a:ext cx="231343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055860" cy="7556500"/>
            <a:chOff x="0" y="0"/>
            <a:chExt cx="10055860" cy="7556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55616" cy="1046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4696"/>
              <a:ext cx="10055616" cy="1597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64403"/>
              <a:ext cx="10055616" cy="79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062937"/>
              <a:ext cx="10055616" cy="1597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22644"/>
              <a:ext cx="10055616" cy="1597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382351"/>
              <a:ext cx="10055616" cy="1597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42058"/>
              <a:ext cx="10055616" cy="1597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701765"/>
              <a:ext cx="10055616" cy="1597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61472"/>
              <a:ext cx="10055616" cy="1597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021178"/>
              <a:ext cx="10055616" cy="1597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80885"/>
              <a:ext cx="10055616" cy="1597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340592"/>
              <a:ext cx="10055616" cy="1597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500299"/>
              <a:ext cx="10055616" cy="15970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660006"/>
              <a:ext cx="10055616" cy="1597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19713"/>
              <a:ext cx="10055616" cy="1597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979420"/>
              <a:ext cx="10055616" cy="1597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39126"/>
              <a:ext cx="10055616" cy="15970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98833"/>
              <a:ext cx="10055616" cy="1597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458540"/>
              <a:ext cx="10055616" cy="1597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18247"/>
              <a:ext cx="10055616" cy="1597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777954"/>
              <a:ext cx="10055616" cy="1597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937661"/>
              <a:ext cx="10055616" cy="1597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097368"/>
              <a:ext cx="10055616" cy="15970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257074"/>
              <a:ext cx="10055616" cy="15970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16781"/>
              <a:ext cx="10055616" cy="1597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6488"/>
              <a:ext cx="10055616" cy="1597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736195"/>
              <a:ext cx="10055616" cy="1597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895902"/>
              <a:ext cx="10055616" cy="15970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055609"/>
              <a:ext cx="10055616" cy="1597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215315"/>
              <a:ext cx="10055616" cy="1597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375022"/>
              <a:ext cx="10055616" cy="15970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34729"/>
              <a:ext cx="10055616" cy="1597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694436"/>
              <a:ext cx="10055616" cy="1862063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30600"/>
              </a:lnSpc>
              <a:spcBef>
                <a:spcPts val="95"/>
              </a:spcBef>
            </a:pPr>
            <a:r>
              <a:rPr dirty="0"/>
              <a:t>SUMARIO</a:t>
            </a:r>
            <a:r>
              <a:rPr spc="-5" dirty="0"/>
              <a:t> </a:t>
            </a:r>
            <a:r>
              <a:rPr dirty="0"/>
              <a:t>MENSUAL</a:t>
            </a:r>
            <a:r>
              <a:rPr spc="10" dirty="0"/>
              <a:t> </a:t>
            </a:r>
            <a:r>
              <a:rPr dirty="0"/>
              <a:t>DE</a:t>
            </a:r>
            <a:r>
              <a:rPr spc="5" dirty="0"/>
              <a:t> </a:t>
            </a:r>
            <a:r>
              <a:rPr spc="-10" dirty="0"/>
              <a:t>PRODUCCIÓN </a:t>
            </a:r>
            <a:r>
              <a:rPr dirty="0"/>
              <a:t>POR</a:t>
            </a:r>
            <a:r>
              <a:rPr spc="5" dirty="0"/>
              <a:t> </a:t>
            </a:r>
            <a:r>
              <a:rPr spc="-20" dirty="0"/>
              <a:t>POZOS</a:t>
            </a:r>
          </a:p>
          <a:p>
            <a:pPr marL="1614805" marR="1605915" algn="ctr">
              <a:lnSpc>
                <a:spcPct val="130600"/>
              </a:lnSpc>
            </a:pPr>
            <a:r>
              <a:rPr dirty="0"/>
              <a:t>DIVISIÓN</a:t>
            </a:r>
            <a:r>
              <a:rPr spc="20" dirty="0"/>
              <a:t> </a:t>
            </a:r>
            <a:r>
              <a:rPr spc="-20" dirty="0"/>
              <a:t>APURE </a:t>
            </a:r>
            <a:r>
              <a:rPr dirty="0"/>
              <a:t>AGOSTO</a:t>
            </a:r>
            <a:r>
              <a:rPr spc="5" dirty="0"/>
              <a:t> </a:t>
            </a:r>
            <a:r>
              <a:rPr spc="-20" dirty="0"/>
              <a:t>2025</a:t>
            </a:r>
          </a:p>
        </p:txBody>
      </p:sp>
      <p:grpSp>
        <p:nvGrpSpPr>
          <p:cNvPr id="37" name="object 37"/>
          <p:cNvGrpSpPr/>
          <p:nvPr/>
        </p:nvGrpSpPr>
        <p:grpSpPr>
          <a:xfrm>
            <a:off x="1634" y="1242164"/>
            <a:ext cx="9971405" cy="1477010"/>
            <a:chOff x="1634" y="1242164"/>
            <a:chExt cx="9971405" cy="1477010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3258" y="1441797"/>
              <a:ext cx="1719066" cy="110863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963258" y="1441797"/>
              <a:ext cx="1692910" cy="1082675"/>
            </a:xfrm>
            <a:custGeom>
              <a:avLst/>
              <a:gdLst/>
              <a:ahLst/>
              <a:cxnLst/>
              <a:rect l="l" t="t" r="r" b="b"/>
              <a:pathLst>
                <a:path w="1692910" h="1082675">
                  <a:moveTo>
                    <a:pt x="180113" y="0"/>
                  </a:moveTo>
                  <a:lnTo>
                    <a:pt x="132267" y="6440"/>
                  </a:lnTo>
                  <a:lnTo>
                    <a:pt x="89251" y="24613"/>
                  </a:lnTo>
                  <a:lnTo>
                    <a:pt x="52791" y="52791"/>
                  </a:lnTo>
                  <a:lnTo>
                    <a:pt x="24613" y="89251"/>
                  </a:lnTo>
                  <a:lnTo>
                    <a:pt x="6440" y="132267"/>
                  </a:lnTo>
                  <a:lnTo>
                    <a:pt x="0" y="180113"/>
                  </a:lnTo>
                  <a:lnTo>
                    <a:pt x="0" y="902343"/>
                  </a:lnTo>
                  <a:lnTo>
                    <a:pt x="6440" y="950190"/>
                  </a:lnTo>
                  <a:lnTo>
                    <a:pt x="24613" y="993205"/>
                  </a:lnTo>
                  <a:lnTo>
                    <a:pt x="52791" y="1029665"/>
                  </a:lnTo>
                  <a:lnTo>
                    <a:pt x="89251" y="1057844"/>
                  </a:lnTo>
                  <a:lnTo>
                    <a:pt x="132267" y="1076016"/>
                  </a:lnTo>
                  <a:lnTo>
                    <a:pt x="180113" y="1082457"/>
                  </a:lnTo>
                  <a:lnTo>
                    <a:pt x="1512778" y="1082457"/>
                  </a:lnTo>
                  <a:lnTo>
                    <a:pt x="1560625" y="1076016"/>
                  </a:lnTo>
                  <a:lnTo>
                    <a:pt x="1603640" y="1057844"/>
                  </a:lnTo>
                  <a:lnTo>
                    <a:pt x="1640100" y="1029665"/>
                  </a:lnTo>
                  <a:lnTo>
                    <a:pt x="1668279" y="993205"/>
                  </a:lnTo>
                  <a:lnTo>
                    <a:pt x="1686451" y="950190"/>
                  </a:lnTo>
                  <a:lnTo>
                    <a:pt x="1692892" y="902343"/>
                  </a:lnTo>
                  <a:lnTo>
                    <a:pt x="1692892" y="180113"/>
                  </a:lnTo>
                  <a:lnTo>
                    <a:pt x="1686451" y="132267"/>
                  </a:lnTo>
                  <a:lnTo>
                    <a:pt x="1668279" y="89251"/>
                  </a:lnTo>
                  <a:lnTo>
                    <a:pt x="1640100" y="52791"/>
                  </a:lnTo>
                  <a:lnTo>
                    <a:pt x="1603640" y="24613"/>
                  </a:lnTo>
                  <a:lnTo>
                    <a:pt x="1560625" y="6440"/>
                  </a:lnTo>
                  <a:lnTo>
                    <a:pt x="1512778" y="0"/>
                  </a:lnTo>
                  <a:lnTo>
                    <a:pt x="180113" y="0"/>
                  </a:lnTo>
                  <a:close/>
                </a:path>
              </a:pathLst>
            </a:custGeom>
            <a:ln w="221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61604" y="1423165"/>
              <a:ext cx="1719066" cy="114589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761604" y="1423165"/>
              <a:ext cx="1694180" cy="1120140"/>
            </a:xfrm>
            <a:custGeom>
              <a:avLst/>
              <a:gdLst/>
              <a:ahLst/>
              <a:cxnLst/>
              <a:rect l="l" t="t" r="r" b="b"/>
              <a:pathLst>
                <a:path w="1694179" h="1120139">
                  <a:moveTo>
                    <a:pt x="187226" y="0"/>
                  </a:moveTo>
                  <a:lnTo>
                    <a:pt x="137307" y="6654"/>
                  </a:lnTo>
                  <a:lnTo>
                    <a:pt x="92542" y="25434"/>
                  </a:lnTo>
                  <a:lnTo>
                    <a:pt x="54679" y="54566"/>
                  </a:lnTo>
                  <a:lnTo>
                    <a:pt x="25468" y="92275"/>
                  </a:lnTo>
                  <a:lnTo>
                    <a:pt x="6658" y="136785"/>
                  </a:lnTo>
                  <a:lnTo>
                    <a:pt x="0" y="186324"/>
                  </a:lnTo>
                  <a:lnTo>
                    <a:pt x="0" y="933397"/>
                  </a:lnTo>
                  <a:lnTo>
                    <a:pt x="6658" y="982936"/>
                  </a:lnTo>
                  <a:lnTo>
                    <a:pt x="25468" y="1027447"/>
                  </a:lnTo>
                  <a:lnTo>
                    <a:pt x="54679" y="1065155"/>
                  </a:lnTo>
                  <a:lnTo>
                    <a:pt x="92542" y="1094287"/>
                  </a:lnTo>
                  <a:lnTo>
                    <a:pt x="137307" y="1113067"/>
                  </a:lnTo>
                  <a:lnTo>
                    <a:pt x="187226" y="1119722"/>
                  </a:lnTo>
                  <a:lnTo>
                    <a:pt x="1506567" y="1119722"/>
                  </a:lnTo>
                  <a:lnTo>
                    <a:pt x="1556178" y="1113067"/>
                  </a:lnTo>
                  <a:lnTo>
                    <a:pt x="1600857" y="1094287"/>
                  </a:lnTo>
                  <a:lnTo>
                    <a:pt x="1638782" y="1065155"/>
                  </a:lnTo>
                  <a:lnTo>
                    <a:pt x="1668129" y="1027447"/>
                  </a:lnTo>
                  <a:lnTo>
                    <a:pt x="1687074" y="982936"/>
                  </a:lnTo>
                  <a:lnTo>
                    <a:pt x="1693794" y="933397"/>
                  </a:lnTo>
                  <a:lnTo>
                    <a:pt x="1693794" y="186324"/>
                  </a:lnTo>
                  <a:lnTo>
                    <a:pt x="1687074" y="136785"/>
                  </a:lnTo>
                  <a:lnTo>
                    <a:pt x="1668129" y="92275"/>
                  </a:lnTo>
                  <a:lnTo>
                    <a:pt x="1638782" y="54566"/>
                  </a:lnTo>
                  <a:lnTo>
                    <a:pt x="1600857" y="25434"/>
                  </a:lnTo>
                  <a:lnTo>
                    <a:pt x="1556178" y="6654"/>
                  </a:lnTo>
                  <a:lnTo>
                    <a:pt x="1506567" y="0"/>
                  </a:lnTo>
                  <a:lnTo>
                    <a:pt x="187226" y="0"/>
                  </a:lnTo>
                  <a:close/>
                </a:path>
              </a:pathLst>
            </a:custGeom>
            <a:ln w="221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7318" y="1450670"/>
              <a:ext cx="1719066" cy="11112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867319" y="1450670"/>
              <a:ext cx="1692910" cy="1085215"/>
            </a:xfrm>
            <a:custGeom>
              <a:avLst/>
              <a:gdLst/>
              <a:ahLst/>
              <a:cxnLst/>
              <a:rect l="l" t="t" r="r" b="b"/>
              <a:pathLst>
                <a:path w="1692909" h="1085214">
                  <a:moveTo>
                    <a:pt x="181001" y="0"/>
                  </a:moveTo>
                  <a:lnTo>
                    <a:pt x="132780" y="6444"/>
                  </a:lnTo>
                  <a:lnTo>
                    <a:pt x="89514" y="24646"/>
                  </a:lnTo>
                  <a:lnTo>
                    <a:pt x="52902" y="52902"/>
                  </a:lnTo>
                  <a:lnTo>
                    <a:pt x="24646" y="89514"/>
                  </a:lnTo>
                  <a:lnTo>
                    <a:pt x="6444" y="132780"/>
                  </a:lnTo>
                  <a:lnTo>
                    <a:pt x="0" y="181001"/>
                  </a:lnTo>
                  <a:lnTo>
                    <a:pt x="0" y="904118"/>
                  </a:lnTo>
                  <a:lnTo>
                    <a:pt x="6444" y="952338"/>
                  </a:lnTo>
                  <a:lnTo>
                    <a:pt x="24646" y="995604"/>
                  </a:lnTo>
                  <a:lnTo>
                    <a:pt x="52902" y="1032216"/>
                  </a:lnTo>
                  <a:lnTo>
                    <a:pt x="89514" y="1060473"/>
                  </a:lnTo>
                  <a:lnTo>
                    <a:pt x="132780" y="1078674"/>
                  </a:lnTo>
                  <a:lnTo>
                    <a:pt x="181001" y="1085119"/>
                  </a:lnTo>
                  <a:lnTo>
                    <a:pt x="1511876" y="1085119"/>
                  </a:lnTo>
                  <a:lnTo>
                    <a:pt x="1560101" y="1078674"/>
                  </a:lnTo>
                  <a:lnTo>
                    <a:pt x="1603369" y="1060473"/>
                  </a:lnTo>
                  <a:lnTo>
                    <a:pt x="1639980" y="1032216"/>
                  </a:lnTo>
                  <a:lnTo>
                    <a:pt x="1668234" y="995604"/>
                  </a:lnTo>
                  <a:lnTo>
                    <a:pt x="1686433" y="952338"/>
                  </a:lnTo>
                  <a:lnTo>
                    <a:pt x="1692877" y="904118"/>
                  </a:lnTo>
                  <a:lnTo>
                    <a:pt x="1692877" y="181001"/>
                  </a:lnTo>
                  <a:lnTo>
                    <a:pt x="1686433" y="132780"/>
                  </a:lnTo>
                  <a:lnTo>
                    <a:pt x="1668234" y="89514"/>
                  </a:lnTo>
                  <a:lnTo>
                    <a:pt x="1639980" y="52902"/>
                  </a:lnTo>
                  <a:lnTo>
                    <a:pt x="1603369" y="24646"/>
                  </a:lnTo>
                  <a:lnTo>
                    <a:pt x="1560101" y="6444"/>
                  </a:lnTo>
                  <a:lnTo>
                    <a:pt x="1511876" y="0"/>
                  </a:lnTo>
                  <a:lnTo>
                    <a:pt x="181001" y="0"/>
                  </a:lnTo>
                  <a:close/>
                </a:path>
              </a:pathLst>
            </a:custGeom>
            <a:ln w="221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8477" y="1428488"/>
              <a:ext cx="1719066" cy="113347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088477" y="1428488"/>
              <a:ext cx="1694180" cy="1107440"/>
            </a:xfrm>
            <a:custGeom>
              <a:avLst/>
              <a:gdLst/>
              <a:ahLst/>
              <a:cxnLst/>
              <a:rect l="l" t="t" r="r" b="b"/>
              <a:pathLst>
                <a:path w="1694179" h="1107439">
                  <a:moveTo>
                    <a:pt x="184550" y="0"/>
                  </a:moveTo>
                  <a:lnTo>
                    <a:pt x="135759" y="6584"/>
                  </a:lnTo>
                  <a:lnTo>
                    <a:pt x="91749" y="25171"/>
                  </a:lnTo>
                  <a:lnTo>
                    <a:pt x="54344" y="54011"/>
                  </a:lnTo>
                  <a:lnTo>
                    <a:pt x="25369" y="91354"/>
                  </a:lnTo>
                  <a:lnTo>
                    <a:pt x="6646" y="135450"/>
                  </a:lnTo>
                  <a:lnTo>
                    <a:pt x="0" y="184550"/>
                  </a:lnTo>
                  <a:lnTo>
                    <a:pt x="0" y="922750"/>
                  </a:lnTo>
                  <a:lnTo>
                    <a:pt x="6646" y="971849"/>
                  </a:lnTo>
                  <a:lnTo>
                    <a:pt x="25369" y="1015945"/>
                  </a:lnTo>
                  <a:lnTo>
                    <a:pt x="54344" y="1053288"/>
                  </a:lnTo>
                  <a:lnTo>
                    <a:pt x="91749" y="1082128"/>
                  </a:lnTo>
                  <a:lnTo>
                    <a:pt x="135759" y="1100716"/>
                  </a:lnTo>
                  <a:lnTo>
                    <a:pt x="184550" y="1107300"/>
                  </a:lnTo>
                  <a:lnTo>
                    <a:pt x="1509229" y="1107300"/>
                  </a:lnTo>
                  <a:lnTo>
                    <a:pt x="1558328" y="1100716"/>
                  </a:lnTo>
                  <a:lnTo>
                    <a:pt x="1602424" y="1082128"/>
                  </a:lnTo>
                  <a:lnTo>
                    <a:pt x="1639767" y="1053288"/>
                  </a:lnTo>
                  <a:lnTo>
                    <a:pt x="1668607" y="1015945"/>
                  </a:lnTo>
                  <a:lnTo>
                    <a:pt x="1687195" y="971849"/>
                  </a:lnTo>
                  <a:lnTo>
                    <a:pt x="1693779" y="922750"/>
                  </a:lnTo>
                  <a:lnTo>
                    <a:pt x="1693779" y="184550"/>
                  </a:lnTo>
                  <a:lnTo>
                    <a:pt x="1687195" y="135450"/>
                  </a:lnTo>
                  <a:lnTo>
                    <a:pt x="1668607" y="91354"/>
                  </a:lnTo>
                  <a:lnTo>
                    <a:pt x="1639767" y="54011"/>
                  </a:lnTo>
                  <a:lnTo>
                    <a:pt x="1602424" y="25171"/>
                  </a:lnTo>
                  <a:lnTo>
                    <a:pt x="1558328" y="6584"/>
                  </a:lnTo>
                  <a:lnTo>
                    <a:pt x="1509229" y="0"/>
                  </a:lnTo>
                  <a:lnTo>
                    <a:pt x="184550" y="0"/>
                  </a:lnTo>
                  <a:close/>
                </a:path>
              </a:pathLst>
            </a:custGeom>
            <a:ln w="221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1848" y="1417841"/>
              <a:ext cx="1719066" cy="113258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51848" y="1417841"/>
              <a:ext cx="1692910" cy="1106805"/>
            </a:xfrm>
            <a:custGeom>
              <a:avLst/>
              <a:gdLst/>
              <a:ahLst/>
              <a:cxnLst/>
              <a:rect l="l" t="t" r="r" b="b"/>
              <a:pathLst>
                <a:path w="1692910" h="1106805">
                  <a:moveTo>
                    <a:pt x="184550" y="0"/>
                  </a:moveTo>
                  <a:lnTo>
                    <a:pt x="135450" y="6584"/>
                  </a:lnTo>
                  <a:lnTo>
                    <a:pt x="91354" y="25171"/>
                  </a:lnTo>
                  <a:lnTo>
                    <a:pt x="54011" y="54011"/>
                  </a:lnTo>
                  <a:lnTo>
                    <a:pt x="25171" y="91354"/>
                  </a:lnTo>
                  <a:lnTo>
                    <a:pt x="6584" y="135450"/>
                  </a:lnTo>
                  <a:lnTo>
                    <a:pt x="0" y="184550"/>
                  </a:lnTo>
                  <a:lnTo>
                    <a:pt x="0" y="921863"/>
                  </a:lnTo>
                  <a:lnTo>
                    <a:pt x="6584" y="970962"/>
                  </a:lnTo>
                  <a:lnTo>
                    <a:pt x="25171" y="1015058"/>
                  </a:lnTo>
                  <a:lnTo>
                    <a:pt x="54011" y="1052401"/>
                  </a:lnTo>
                  <a:lnTo>
                    <a:pt x="91354" y="1081241"/>
                  </a:lnTo>
                  <a:lnTo>
                    <a:pt x="135450" y="1099828"/>
                  </a:lnTo>
                  <a:lnTo>
                    <a:pt x="184550" y="1106413"/>
                  </a:lnTo>
                  <a:lnTo>
                    <a:pt x="1508342" y="1106413"/>
                  </a:lnTo>
                  <a:lnTo>
                    <a:pt x="1557441" y="1099828"/>
                  </a:lnTo>
                  <a:lnTo>
                    <a:pt x="1601537" y="1081241"/>
                  </a:lnTo>
                  <a:lnTo>
                    <a:pt x="1638880" y="1052401"/>
                  </a:lnTo>
                  <a:lnTo>
                    <a:pt x="1667720" y="1015058"/>
                  </a:lnTo>
                  <a:lnTo>
                    <a:pt x="1686307" y="970962"/>
                  </a:lnTo>
                  <a:lnTo>
                    <a:pt x="1692892" y="921863"/>
                  </a:lnTo>
                  <a:lnTo>
                    <a:pt x="1692892" y="184550"/>
                  </a:lnTo>
                  <a:lnTo>
                    <a:pt x="1686307" y="135450"/>
                  </a:lnTo>
                  <a:lnTo>
                    <a:pt x="1667720" y="91354"/>
                  </a:lnTo>
                  <a:lnTo>
                    <a:pt x="1638880" y="54011"/>
                  </a:lnTo>
                  <a:lnTo>
                    <a:pt x="1601537" y="25171"/>
                  </a:lnTo>
                  <a:lnTo>
                    <a:pt x="1557441" y="6584"/>
                  </a:lnTo>
                  <a:lnTo>
                    <a:pt x="1508342" y="0"/>
                  </a:lnTo>
                  <a:lnTo>
                    <a:pt x="184550" y="0"/>
                  </a:lnTo>
                  <a:close/>
                </a:path>
              </a:pathLst>
            </a:custGeom>
            <a:ln w="2218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414" y="2573054"/>
              <a:ext cx="9851257" cy="14551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4" y="1242164"/>
              <a:ext cx="9928442" cy="1330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4" y="1255473"/>
              <a:ext cx="9941751" cy="11978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446946" y="5667540"/>
            <a:ext cx="2288540" cy="50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0" marR="594995" indent="-22225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Aprobado</a:t>
            </a:r>
            <a:r>
              <a:rPr sz="1050" b="1" spc="-55" dirty="0">
                <a:latin typeface="Arial"/>
                <a:cs typeface="Arial"/>
              </a:rPr>
              <a:t> </a:t>
            </a:r>
            <a:r>
              <a:rPr sz="1050" b="1" spc="-20" dirty="0">
                <a:latin typeface="Arial"/>
                <a:cs typeface="Arial"/>
              </a:rPr>
              <a:t>por: </a:t>
            </a:r>
            <a:r>
              <a:rPr sz="1050" b="1" dirty="0">
                <a:latin typeface="Arial"/>
                <a:cs typeface="Arial"/>
              </a:rPr>
              <a:t>Johan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Gómez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240"/>
              </a:lnSpc>
            </a:pPr>
            <a:r>
              <a:rPr sz="1050" b="1" dirty="0">
                <a:latin typeface="Arial"/>
                <a:cs typeface="Arial"/>
              </a:rPr>
              <a:t>Gerente</a:t>
            </a:r>
            <a:r>
              <a:rPr sz="1050" b="1" spc="22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General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(E)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División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Apure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63733" y="5667540"/>
            <a:ext cx="1556385" cy="662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0185" indent="81280" algn="ctr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Revisado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spc="-20" dirty="0">
                <a:latin typeface="Arial"/>
                <a:cs typeface="Arial"/>
              </a:rPr>
              <a:t>por: </a:t>
            </a:r>
            <a:r>
              <a:rPr sz="1050" b="1" dirty="0">
                <a:latin typeface="Arial"/>
                <a:cs typeface="Arial"/>
              </a:rPr>
              <a:t>Jennyfer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Cegarra </a:t>
            </a:r>
            <a:r>
              <a:rPr sz="1050" b="1" dirty="0">
                <a:latin typeface="Arial"/>
                <a:cs typeface="Arial"/>
              </a:rPr>
              <a:t>Gerente</a:t>
            </a:r>
            <a:r>
              <a:rPr sz="1050" b="1" spc="-4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Yacimientos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240"/>
              </a:lnSpc>
            </a:pPr>
            <a:r>
              <a:rPr sz="1050" b="1" dirty="0">
                <a:latin typeface="Arial"/>
                <a:cs typeface="Arial"/>
              </a:rPr>
              <a:t>División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Apure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DEPLLL.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67293" y="5667540"/>
            <a:ext cx="1882139" cy="50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" marR="535940" indent="38735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latin typeface="Arial"/>
                <a:cs typeface="Arial"/>
              </a:rPr>
              <a:t>Aprobado</a:t>
            </a:r>
            <a:r>
              <a:rPr sz="1050" b="1" spc="-70" dirty="0">
                <a:latin typeface="Arial"/>
                <a:cs typeface="Arial"/>
              </a:rPr>
              <a:t> </a:t>
            </a:r>
            <a:r>
              <a:rPr sz="1050" b="1" spc="-20" dirty="0">
                <a:latin typeface="Arial"/>
                <a:cs typeface="Arial"/>
              </a:rPr>
              <a:t>por: </a:t>
            </a:r>
            <a:r>
              <a:rPr sz="1050" b="1" dirty="0">
                <a:latin typeface="Arial"/>
                <a:cs typeface="Arial"/>
              </a:rPr>
              <a:t>Gustavo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Padrino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240"/>
              </a:lnSpc>
            </a:pPr>
            <a:r>
              <a:rPr sz="1050" b="1" dirty="0">
                <a:latin typeface="Arial"/>
                <a:cs typeface="Arial"/>
              </a:rPr>
              <a:t>Director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Adjunto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(E)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DEPLLL.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3438602" y="953526"/>
            <a:ext cx="643318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GERENCIA</a:t>
            </a:r>
            <a:r>
              <a:rPr sz="185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185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EXPLOTACION</a:t>
            </a:r>
            <a:r>
              <a:rPr sz="185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185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YACIMIENTOS</a:t>
            </a:r>
            <a:r>
              <a:rPr sz="185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FF0000"/>
                </a:solidFill>
                <a:latin typeface="Arial"/>
                <a:cs typeface="Arial"/>
              </a:rPr>
              <a:t>APURE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08707" y="2857756"/>
            <a:ext cx="451484" cy="864869"/>
            <a:chOff x="7108707" y="2857756"/>
            <a:chExt cx="451484" cy="864869"/>
          </a:xfrm>
        </p:grpSpPr>
        <p:sp>
          <p:nvSpPr>
            <p:cNvPr id="3" name="object 3"/>
            <p:cNvSpPr/>
            <p:nvPr/>
          </p:nvSpPr>
          <p:spPr>
            <a:xfrm>
              <a:off x="7136694" y="2938638"/>
              <a:ext cx="350520" cy="755650"/>
            </a:xfrm>
            <a:custGeom>
              <a:avLst/>
              <a:gdLst/>
              <a:ahLst/>
              <a:cxnLst/>
              <a:rect l="l" t="t" r="r" b="b"/>
              <a:pathLst>
                <a:path w="350520" h="755650">
                  <a:moveTo>
                    <a:pt x="0" y="755649"/>
                  </a:moveTo>
                  <a:lnTo>
                    <a:pt x="350117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8599" y="2857756"/>
              <a:ext cx="131539" cy="12650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645110" y="179966"/>
            <a:ext cx="8302625" cy="6287770"/>
            <a:chOff x="645110" y="179966"/>
            <a:chExt cx="8302625" cy="6287770"/>
          </a:xfrm>
        </p:grpSpPr>
        <p:sp>
          <p:nvSpPr>
            <p:cNvPr id="6" name="object 6"/>
            <p:cNvSpPr/>
            <p:nvPr/>
          </p:nvSpPr>
          <p:spPr>
            <a:xfrm>
              <a:off x="673368" y="2826970"/>
              <a:ext cx="4869815" cy="2771140"/>
            </a:xfrm>
            <a:custGeom>
              <a:avLst/>
              <a:gdLst/>
              <a:ahLst/>
              <a:cxnLst/>
              <a:rect l="l" t="t" r="r" b="b"/>
              <a:pathLst>
                <a:path w="4869815" h="2771140">
                  <a:moveTo>
                    <a:pt x="2686755" y="2770716"/>
                  </a:moveTo>
                  <a:lnTo>
                    <a:pt x="2613709" y="2770716"/>
                  </a:lnTo>
                  <a:lnTo>
                    <a:pt x="2581804" y="2759801"/>
                  </a:lnTo>
                  <a:lnTo>
                    <a:pt x="2403806" y="2759801"/>
                  </a:lnTo>
                  <a:lnTo>
                    <a:pt x="2382816" y="2728736"/>
                  </a:lnTo>
                  <a:lnTo>
                    <a:pt x="2350911" y="2707745"/>
                  </a:lnTo>
                  <a:lnTo>
                    <a:pt x="2308930" y="2696830"/>
                  </a:lnTo>
                  <a:lnTo>
                    <a:pt x="2224969" y="2696830"/>
                  </a:lnTo>
                  <a:lnTo>
                    <a:pt x="2193903" y="2686755"/>
                  </a:lnTo>
                  <a:lnTo>
                    <a:pt x="2161998" y="2686755"/>
                  </a:lnTo>
                  <a:lnTo>
                    <a:pt x="2130932" y="2675840"/>
                  </a:lnTo>
                  <a:lnTo>
                    <a:pt x="1931105" y="2686755"/>
                  </a:lnTo>
                  <a:lnTo>
                    <a:pt x="1963010" y="2675840"/>
                  </a:lnTo>
                  <a:lnTo>
                    <a:pt x="1816078" y="2654850"/>
                  </a:lnTo>
                  <a:lnTo>
                    <a:pt x="1459244" y="2581804"/>
                  </a:lnTo>
                  <a:lnTo>
                    <a:pt x="1175455" y="2434872"/>
                  </a:lnTo>
                  <a:lnTo>
                    <a:pt x="839611" y="2266949"/>
                  </a:lnTo>
                  <a:lnTo>
                    <a:pt x="83961" y="2015066"/>
                  </a:lnTo>
                  <a:lnTo>
                    <a:pt x="0" y="1847144"/>
                  </a:lnTo>
                  <a:lnTo>
                    <a:pt x="83961" y="1595261"/>
                  </a:lnTo>
                  <a:lnTo>
                    <a:pt x="167922" y="1427338"/>
                  </a:lnTo>
                  <a:lnTo>
                    <a:pt x="251883" y="1343377"/>
                  </a:lnTo>
                  <a:lnTo>
                    <a:pt x="335844" y="1175455"/>
                  </a:lnTo>
                  <a:lnTo>
                    <a:pt x="587727" y="1091494"/>
                  </a:lnTo>
                  <a:lnTo>
                    <a:pt x="923572" y="1007533"/>
                  </a:lnTo>
                  <a:lnTo>
                    <a:pt x="1595261" y="1007533"/>
                  </a:lnTo>
                  <a:lnTo>
                    <a:pt x="1847144" y="1091494"/>
                  </a:lnTo>
                  <a:lnTo>
                    <a:pt x="2099027" y="1091494"/>
                  </a:lnTo>
                  <a:lnTo>
                    <a:pt x="2434872" y="1007533"/>
                  </a:lnTo>
                  <a:lnTo>
                    <a:pt x="2686755" y="839611"/>
                  </a:lnTo>
                  <a:lnTo>
                    <a:pt x="2938638" y="503766"/>
                  </a:lnTo>
                  <a:lnTo>
                    <a:pt x="3022599" y="335844"/>
                  </a:lnTo>
                  <a:lnTo>
                    <a:pt x="3190522" y="335844"/>
                  </a:lnTo>
                  <a:lnTo>
                    <a:pt x="3484386" y="239289"/>
                  </a:lnTo>
                  <a:lnTo>
                    <a:pt x="3512093" y="225015"/>
                  </a:lnTo>
                  <a:lnTo>
                    <a:pt x="3666581" y="197308"/>
                  </a:lnTo>
                  <a:lnTo>
                    <a:pt x="3834503" y="183035"/>
                  </a:lnTo>
                  <a:lnTo>
                    <a:pt x="4617860" y="0"/>
                  </a:lnTo>
                  <a:lnTo>
                    <a:pt x="4785783" y="251883"/>
                  </a:lnTo>
                  <a:lnTo>
                    <a:pt x="4869744" y="335844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11724" y="923572"/>
              <a:ext cx="949960" cy="1987550"/>
            </a:xfrm>
            <a:custGeom>
              <a:avLst/>
              <a:gdLst/>
              <a:ahLst/>
              <a:cxnLst/>
              <a:rect l="l" t="t" r="r" b="b"/>
              <a:pathLst>
                <a:path w="949960" h="1987550">
                  <a:moveTo>
                    <a:pt x="419805" y="1987359"/>
                  </a:moveTo>
                  <a:lnTo>
                    <a:pt x="153648" y="1832871"/>
                  </a:lnTo>
                  <a:lnTo>
                    <a:pt x="0" y="1567553"/>
                  </a:lnTo>
                  <a:lnTo>
                    <a:pt x="41980" y="1427338"/>
                  </a:lnTo>
                  <a:lnTo>
                    <a:pt x="111668" y="1329104"/>
                  </a:lnTo>
                  <a:lnTo>
                    <a:pt x="224176" y="1217436"/>
                  </a:lnTo>
                  <a:lnTo>
                    <a:pt x="363551" y="1245143"/>
                  </a:lnTo>
                  <a:lnTo>
                    <a:pt x="545747" y="1119201"/>
                  </a:lnTo>
                  <a:lnTo>
                    <a:pt x="696037" y="993259"/>
                  </a:lnTo>
                  <a:lnTo>
                    <a:pt x="696037" y="660773"/>
                  </a:lnTo>
                  <a:lnTo>
                    <a:pt x="783357" y="434078"/>
                  </a:lnTo>
                  <a:lnTo>
                    <a:pt x="949600" y="248524"/>
                  </a:lnTo>
                  <a:lnTo>
                    <a:pt x="949600" y="0"/>
                  </a:lnTo>
                </a:path>
              </a:pathLst>
            </a:custGeom>
            <a:ln w="6297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0056" y="208223"/>
              <a:ext cx="4119245" cy="741680"/>
            </a:xfrm>
            <a:custGeom>
              <a:avLst/>
              <a:gdLst/>
              <a:ahLst/>
              <a:cxnLst/>
              <a:rect l="l" t="t" r="r" b="b"/>
              <a:pathLst>
                <a:path w="4119245" h="741680">
                  <a:moveTo>
                    <a:pt x="1343377" y="741376"/>
                  </a:moveTo>
                  <a:lnTo>
                    <a:pt x="0" y="316533"/>
                  </a:lnTo>
                </a:path>
                <a:path w="4119245" h="741680">
                  <a:moveTo>
                    <a:pt x="1348415" y="587727"/>
                  </a:moveTo>
                  <a:lnTo>
                    <a:pt x="4119131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5066" y="2854677"/>
              <a:ext cx="5372100" cy="3584575"/>
            </a:xfrm>
            <a:custGeom>
              <a:avLst/>
              <a:gdLst/>
              <a:ahLst/>
              <a:cxnLst/>
              <a:rect l="l" t="t" r="r" b="b"/>
              <a:pathLst>
                <a:path w="5372100" h="3584575">
                  <a:moveTo>
                    <a:pt x="41980" y="2880705"/>
                  </a:moveTo>
                  <a:lnTo>
                    <a:pt x="0" y="2838725"/>
                  </a:lnTo>
                  <a:lnTo>
                    <a:pt x="31065" y="2807659"/>
                  </a:lnTo>
                  <a:lnTo>
                    <a:pt x="31065" y="2618746"/>
                  </a:lnTo>
                  <a:lnTo>
                    <a:pt x="0" y="2586841"/>
                  </a:lnTo>
                  <a:lnTo>
                    <a:pt x="0" y="2555776"/>
                  </a:lnTo>
                </a:path>
                <a:path w="5372100" h="3584575">
                  <a:moveTo>
                    <a:pt x="2790027" y="3064580"/>
                  </a:moveTo>
                  <a:lnTo>
                    <a:pt x="2843762" y="3174569"/>
                  </a:lnTo>
                  <a:lnTo>
                    <a:pt x="2864753" y="3174569"/>
                  </a:lnTo>
                  <a:lnTo>
                    <a:pt x="2900016" y="3182126"/>
                  </a:lnTo>
                  <a:lnTo>
                    <a:pt x="2935280" y="3185484"/>
                  </a:lnTo>
                  <a:lnTo>
                    <a:pt x="2983977" y="3185484"/>
                  </a:lnTo>
                  <a:lnTo>
                    <a:pt x="3004968" y="3188842"/>
                  </a:lnTo>
                  <a:lnTo>
                    <a:pt x="3127551" y="3272804"/>
                  </a:lnTo>
                  <a:lnTo>
                    <a:pt x="3214870" y="3353406"/>
                  </a:lnTo>
                  <a:lnTo>
                    <a:pt x="3298831" y="3416377"/>
                  </a:lnTo>
                  <a:lnTo>
                    <a:pt x="3407141" y="3475989"/>
                  </a:lnTo>
                  <a:lnTo>
                    <a:pt x="3536441" y="3482706"/>
                  </a:lnTo>
                  <a:lnTo>
                    <a:pt x="3641393" y="3503697"/>
                  </a:lnTo>
                  <a:lnTo>
                    <a:pt x="3774891" y="3542319"/>
                  </a:lnTo>
                  <a:lnTo>
                    <a:pt x="3883201" y="3559951"/>
                  </a:lnTo>
                  <a:lnTo>
                    <a:pt x="4036850" y="3584299"/>
                  </a:lnTo>
                  <a:lnTo>
                    <a:pt x="4120811" y="3584299"/>
                  </a:lnTo>
                  <a:lnTo>
                    <a:pt x="4215687" y="3570026"/>
                  </a:lnTo>
                  <a:lnTo>
                    <a:pt x="4338270" y="3492782"/>
                  </a:lnTo>
                  <a:lnTo>
                    <a:pt x="4386967" y="3419735"/>
                  </a:lnTo>
                  <a:lnTo>
                    <a:pt x="4446580" y="3350048"/>
                  </a:lnTo>
                  <a:lnTo>
                    <a:pt x="4467570" y="3258530"/>
                  </a:lnTo>
                  <a:lnTo>
                    <a:pt x="4488560" y="3188842"/>
                  </a:lnTo>
                  <a:lnTo>
                    <a:pt x="4477645" y="3143503"/>
                  </a:lnTo>
                  <a:lnTo>
                    <a:pt x="4632134" y="3129230"/>
                  </a:lnTo>
                  <a:lnTo>
                    <a:pt x="4740444" y="3087249"/>
                  </a:lnTo>
                  <a:lnTo>
                    <a:pt x="4800056" y="3014203"/>
                  </a:lnTo>
                  <a:lnTo>
                    <a:pt x="4824405" y="2936959"/>
                  </a:lnTo>
                  <a:lnTo>
                    <a:pt x="4824405" y="2842083"/>
                  </a:lnTo>
                  <a:lnTo>
                    <a:pt x="4855470" y="2748047"/>
                  </a:lnTo>
                  <a:lnTo>
                    <a:pt x="4911724" y="2667444"/>
                  </a:lnTo>
                  <a:lnTo>
                    <a:pt x="4978054" y="2565851"/>
                  </a:lnTo>
                  <a:lnTo>
                    <a:pt x="5051939" y="2499522"/>
                  </a:lnTo>
                  <a:lnTo>
                    <a:pt x="5152693" y="2359307"/>
                  </a:lnTo>
                  <a:lnTo>
                    <a:pt x="5139259" y="2265270"/>
                  </a:lnTo>
                  <a:lnTo>
                    <a:pt x="5079647" y="2167036"/>
                  </a:lnTo>
                  <a:lnTo>
                    <a:pt x="5089722" y="2093990"/>
                  </a:lnTo>
                  <a:lnTo>
                    <a:pt x="5177881" y="2048651"/>
                  </a:lnTo>
                  <a:lnTo>
                    <a:pt x="5261842" y="1943699"/>
                  </a:lnTo>
                  <a:lnTo>
                    <a:pt x="5317257" y="1929426"/>
                  </a:lnTo>
                  <a:lnTo>
                    <a:pt x="5296266" y="2093990"/>
                  </a:lnTo>
                  <a:lnTo>
                    <a:pt x="5286191" y="2202299"/>
                  </a:lnTo>
                  <a:lnTo>
                    <a:pt x="5152693" y="2359307"/>
                  </a:lnTo>
                </a:path>
                <a:path w="5372100" h="3584575">
                  <a:moveTo>
                    <a:pt x="5318936" y="1929426"/>
                  </a:moveTo>
                  <a:lnTo>
                    <a:pt x="5329011" y="1885766"/>
                  </a:lnTo>
                  <a:lnTo>
                    <a:pt x="5339926" y="1853861"/>
                  </a:lnTo>
                  <a:lnTo>
                    <a:pt x="5350841" y="1821116"/>
                  </a:lnTo>
                  <a:lnTo>
                    <a:pt x="5350841" y="1726240"/>
                  </a:lnTo>
                  <a:lnTo>
                    <a:pt x="5360916" y="1694335"/>
                  </a:lnTo>
                  <a:lnTo>
                    <a:pt x="5360916" y="1661590"/>
                  </a:lnTo>
                  <a:lnTo>
                    <a:pt x="5350841" y="1395433"/>
                  </a:lnTo>
                  <a:lnTo>
                    <a:pt x="5278634" y="1128437"/>
                  </a:lnTo>
                  <a:lnTo>
                    <a:pt x="5186277" y="840450"/>
                  </a:lnTo>
                  <a:lnTo>
                    <a:pt x="5135901" y="819460"/>
                  </a:lnTo>
                  <a:lnTo>
                    <a:pt x="4950346" y="767404"/>
                  </a:lnTo>
                  <a:lnTo>
                    <a:pt x="4663199" y="723744"/>
                  </a:lnTo>
                  <a:lnTo>
                    <a:pt x="4427269" y="639783"/>
                  </a:lnTo>
                  <a:lnTo>
                    <a:pt x="4292931" y="510483"/>
                  </a:lnTo>
                  <a:lnTo>
                    <a:pt x="4252630" y="350117"/>
                  </a:lnTo>
                  <a:lnTo>
                    <a:pt x="4201413" y="222496"/>
                  </a:lnTo>
                  <a:lnTo>
                    <a:pt x="4016699" y="222496"/>
                  </a:lnTo>
                  <a:lnTo>
                    <a:pt x="3852135" y="255241"/>
                  </a:lnTo>
                  <a:lnTo>
                    <a:pt x="3678336" y="308976"/>
                  </a:lnTo>
                  <a:lnTo>
                    <a:pt x="3554913" y="361032"/>
                  </a:lnTo>
                  <a:lnTo>
                    <a:pt x="3288756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64169" y="1630418"/>
            <a:ext cx="54864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</a:t>
            </a:r>
            <a:r>
              <a:rPr sz="850" b="1" spc="-25" dirty="0">
                <a:latin typeface="Arial"/>
                <a:cs typeface="Arial"/>
              </a:rPr>
              <a:t>3: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4873" y="5956090"/>
            <a:ext cx="1169670" cy="294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Cluster-14: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7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31,</a:t>
            </a:r>
            <a:endParaRPr sz="8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170,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174,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17,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52,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159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0279" y="5798247"/>
            <a:ext cx="159258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Cluster-10,</a:t>
            </a:r>
            <a:r>
              <a:rPr sz="850" b="1" spc="365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98(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82,84,103,105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5118" y="5516804"/>
            <a:ext cx="130699" cy="12566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10676" y="5140833"/>
            <a:ext cx="180086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CLUSTER-11,</a:t>
            </a:r>
            <a:r>
              <a:rPr sz="850" b="1" spc="9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80,</a:t>
            </a:r>
            <a:r>
              <a:rPr sz="850" b="1" spc="95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107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(85,101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2280000">
            <a:off x="4080081" y="5487329"/>
            <a:ext cx="965341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dirty="0">
                <a:latin typeface="Arial"/>
                <a:cs typeface="Arial"/>
              </a:rPr>
              <a:t>Cluster-19,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26,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35,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2280000">
            <a:off x="4016083" y="5533758"/>
            <a:ext cx="774550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1275" b="1" baseline="3267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20,</a:t>
            </a:r>
            <a:r>
              <a:rPr sz="850" b="1" spc="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28,</a:t>
            </a:r>
            <a:r>
              <a:rPr sz="850" b="1" spc="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50,</a:t>
            </a:r>
            <a:r>
              <a:rPr sz="850" b="1" spc="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58</a:t>
            </a:r>
            <a:r>
              <a:rPr sz="850" b="1" spc="-25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99673" y="3611727"/>
            <a:ext cx="2843530" cy="2314575"/>
            <a:chOff x="1999673" y="3611727"/>
            <a:chExt cx="2843530" cy="231457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2457" y="5800593"/>
              <a:ext cx="130699" cy="12566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673" y="5702358"/>
              <a:ext cx="130699" cy="12566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0135" y="3611727"/>
              <a:ext cx="197868" cy="28686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105638" y="3484280"/>
            <a:ext cx="118300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Cluster-4,</a:t>
            </a:r>
            <a:r>
              <a:rPr sz="850" b="1" spc="350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88,109,(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49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08350" y="3246225"/>
            <a:ext cx="1385570" cy="670560"/>
            <a:chOff x="7208350" y="3246225"/>
            <a:chExt cx="1385570" cy="670560"/>
          </a:xfrm>
        </p:grpSpPr>
        <p:sp>
          <p:nvSpPr>
            <p:cNvPr id="23" name="object 23"/>
            <p:cNvSpPr/>
            <p:nvPr/>
          </p:nvSpPr>
          <p:spPr>
            <a:xfrm>
              <a:off x="7236608" y="3274483"/>
              <a:ext cx="1090295" cy="614045"/>
            </a:xfrm>
            <a:custGeom>
              <a:avLst/>
              <a:gdLst/>
              <a:ahLst/>
              <a:cxnLst/>
              <a:rect l="l" t="t" r="r" b="b"/>
              <a:pathLst>
                <a:path w="1090295" h="614045">
                  <a:moveTo>
                    <a:pt x="434918" y="0"/>
                  </a:moveTo>
                  <a:lnTo>
                    <a:pt x="85640" y="0"/>
                  </a:lnTo>
                </a:path>
                <a:path w="1090295" h="614045">
                  <a:moveTo>
                    <a:pt x="1089815" y="503766"/>
                  </a:moveTo>
                  <a:lnTo>
                    <a:pt x="0" y="613755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62160" y="3610047"/>
              <a:ext cx="131539" cy="12650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701623" y="3575798"/>
            <a:ext cx="120650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Cluster37:</a:t>
            </a:r>
            <a:r>
              <a:rPr sz="850" b="1" spc="7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38,112,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01623" y="3710134"/>
            <a:ext cx="1254760" cy="294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123,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151,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152,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177,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200,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206,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207,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217,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224,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183,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01623" y="3979646"/>
            <a:ext cx="91821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187,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56,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92,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147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41095" y="4757525"/>
            <a:ext cx="1094105" cy="807085"/>
            <a:chOff x="7241095" y="4757525"/>
            <a:chExt cx="1094105" cy="807085"/>
          </a:xfrm>
        </p:grpSpPr>
        <p:sp>
          <p:nvSpPr>
            <p:cNvPr id="29" name="object 29"/>
            <p:cNvSpPr/>
            <p:nvPr/>
          </p:nvSpPr>
          <p:spPr>
            <a:xfrm>
              <a:off x="7269352" y="4785783"/>
              <a:ext cx="1022350" cy="103505"/>
            </a:xfrm>
            <a:custGeom>
              <a:avLst/>
              <a:gdLst/>
              <a:ahLst/>
              <a:cxnLst/>
              <a:rect l="l" t="t" r="r" b="b"/>
              <a:pathLst>
                <a:path w="1022350" h="103504">
                  <a:moveTo>
                    <a:pt x="1021806" y="103272"/>
                  </a:moveTo>
                  <a:lnTo>
                    <a:pt x="0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3560" y="4803135"/>
              <a:ext cx="131539" cy="125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91182" y="5029270"/>
              <a:ext cx="311150" cy="440055"/>
            </a:xfrm>
            <a:custGeom>
              <a:avLst/>
              <a:gdLst/>
              <a:ahLst/>
              <a:cxnLst/>
              <a:rect l="l" t="t" r="r" b="b"/>
              <a:pathLst>
                <a:path w="311150" h="440054">
                  <a:moveTo>
                    <a:pt x="310656" y="439956"/>
                  </a:moveTo>
                  <a:lnTo>
                    <a:pt x="0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89890" y="5437881"/>
              <a:ext cx="131539" cy="12650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192888" y="5240746"/>
            <a:ext cx="1572895" cy="5632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Cluster-13: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29,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79,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83,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133,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138,172,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211,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18,</a:t>
            </a:r>
            <a:r>
              <a:rPr sz="850" b="1" spc="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22,</a:t>
            </a:r>
            <a:r>
              <a:rPr sz="850" b="1" spc="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24,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27,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51,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55,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76,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113,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121,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163,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229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88644" y="6663046"/>
            <a:ext cx="170942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150" dirty="0">
                <a:latin typeface="Cambria"/>
                <a:cs typeface="Cambria"/>
              </a:rPr>
              <a:t>CAÑAFISTOLA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 rot="900000">
            <a:off x="3197410" y="6382782"/>
            <a:ext cx="1474900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1275" b="1" baseline="3267" dirty="0">
                <a:latin typeface="Arial"/>
                <a:cs typeface="Arial"/>
              </a:rPr>
              <a:t>Cluster-61:</a:t>
            </a:r>
            <a:r>
              <a:rPr sz="850" b="1" dirty="0">
                <a:latin typeface="Arial"/>
                <a:cs typeface="Arial"/>
              </a:rPr>
              <a:t>GF-62,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64,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70,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90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 rot="900000">
            <a:off x="3139656" y="6512632"/>
            <a:ext cx="1519226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1275" b="1" baseline="3267" dirty="0">
                <a:latin typeface="Arial"/>
                <a:cs typeface="Arial"/>
              </a:rPr>
              <a:t>,134,</a:t>
            </a:r>
            <a:r>
              <a:rPr sz="1275" b="1" spc="67" baseline="3267" dirty="0">
                <a:latin typeface="Arial"/>
                <a:cs typeface="Arial"/>
              </a:rPr>
              <a:t> </a:t>
            </a:r>
            <a:r>
              <a:rPr sz="1275" b="1" baseline="3267" dirty="0">
                <a:latin typeface="Arial"/>
                <a:cs typeface="Arial"/>
              </a:rPr>
              <a:t>156,</a:t>
            </a:r>
            <a:r>
              <a:rPr sz="1275" b="1" spc="75" baseline="3267" dirty="0">
                <a:latin typeface="Arial"/>
                <a:cs typeface="Arial"/>
              </a:rPr>
              <a:t> </a:t>
            </a:r>
            <a:r>
              <a:rPr sz="1275" b="1" baseline="3267" dirty="0">
                <a:latin typeface="Arial"/>
                <a:cs typeface="Arial"/>
              </a:rPr>
              <a:t>1</a:t>
            </a:r>
            <a:r>
              <a:rPr sz="850" b="1" dirty="0">
                <a:latin typeface="Arial"/>
                <a:cs typeface="Arial"/>
              </a:rPr>
              <a:t>37,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63,67,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75,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86,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 rot="900000">
            <a:off x="3152120" y="6643062"/>
            <a:ext cx="1426783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1275" b="1" baseline="3267" dirty="0">
                <a:solidFill>
                  <a:srgbClr val="FF3300"/>
                </a:solidFill>
                <a:latin typeface="Arial"/>
                <a:cs typeface="Arial"/>
              </a:rPr>
              <a:t>94,</a:t>
            </a:r>
            <a:r>
              <a:rPr sz="1275" b="1" spc="67" baseline="326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275" b="1" baseline="3267" dirty="0">
                <a:solidFill>
                  <a:srgbClr val="FF3300"/>
                </a:solidFill>
                <a:latin typeface="Arial"/>
                <a:cs typeface="Arial"/>
              </a:rPr>
              <a:t>116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118,</a:t>
            </a:r>
            <a:r>
              <a:rPr sz="850" b="1" spc="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132,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135,</a:t>
            </a:r>
            <a:r>
              <a:rPr sz="850" b="1" spc="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219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85245" y="6587483"/>
            <a:ext cx="975994" cy="294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cluster-66:GF-</a:t>
            </a:r>
            <a:r>
              <a:rPr sz="850" b="1" spc="150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66,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68,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89,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72,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136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11121" y="1595261"/>
            <a:ext cx="335915" cy="0"/>
          </a:xfrm>
          <a:custGeom>
            <a:avLst/>
            <a:gdLst/>
            <a:ahLst/>
            <a:cxnLst/>
            <a:rect l="l" t="t" r="r" b="b"/>
            <a:pathLst>
              <a:path w="335914">
                <a:moveTo>
                  <a:pt x="335844" y="0"/>
                </a:moveTo>
                <a:lnTo>
                  <a:pt x="0" y="0"/>
                </a:lnTo>
              </a:path>
            </a:pathLst>
          </a:custGeom>
          <a:ln w="559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553898" y="2512010"/>
            <a:ext cx="207391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Cluster-32: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44,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54,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143,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33,</a:t>
            </a:r>
            <a:r>
              <a:rPr sz="850" b="1" spc="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34,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43</a:t>
            </a:r>
            <a:r>
              <a:rPr sz="850" b="1" spc="-25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654734" y="445833"/>
            <a:ext cx="84455" cy="897890"/>
          </a:xfrm>
          <a:custGeom>
            <a:avLst/>
            <a:gdLst/>
            <a:ahLst/>
            <a:cxnLst/>
            <a:rect l="l" t="t" r="r" b="b"/>
            <a:pathLst>
              <a:path w="84454" h="897890">
                <a:moveTo>
                  <a:pt x="83961" y="729622"/>
                </a:moveTo>
                <a:lnTo>
                  <a:pt x="79763" y="0"/>
                </a:lnTo>
              </a:path>
              <a:path w="84454" h="897890">
                <a:moveTo>
                  <a:pt x="83961" y="729622"/>
                </a:moveTo>
                <a:lnTo>
                  <a:pt x="0" y="897544"/>
                </a:lnTo>
              </a:path>
            </a:pathLst>
          </a:custGeom>
          <a:ln w="559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907444" y="7071938"/>
            <a:ext cx="255333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i="1" spc="470" dirty="0">
                <a:latin typeface="Cambria"/>
                <a:cs typeface="Cambria"/>
              </a:rPr>
              <a:t>C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345" dirty="0">
                <a:latin typeface="Cambria"/>
                <a:cs typeface="Cambria"/>
              </a:rPr>
              <a:t>O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135" dirty="0">
                <a:latin typeface="Cambria"/>
                <a:cs typeface="Cambria"/>
              </a:rPr>
              <a:t>L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345" dirty="0">
                <a:latin typeface="Cambria"/>
                <a:cs typeface="Cambria"/>
              </a:rPr>
              <a:t>O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165" dirty="0">
                <a:latin typeface="Cambria"/>
                <a:cs typeface="Cambria"/>
              </a:rPr>
              <a:t>M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315" dirty="0">
                <a:latin typeface="Cambria"/>
                <a:cs typeface="Cambria"/>
              </a:rPr>
              <a:t>B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dirty="0">
                <a:latin typeface="Cambria"/>
                <a:cs typeface="Cambria"/>
              </a:rPr>
              <a:t>I</a:t>
            </a:r>
            <a:r>
              <a:rPr sz="2650" i="1" spc="210" dirty="0">
                <a:latin typeface="Cambria"/>
                <a:cs typeface="Cambria"/>
              </a:rPr>
              <a:t> </a:t>
            </a:r>
            <a:r>
              <a:rPr sz="2650" i="1" spc="229" dirty="0">
                <a:latin typeface="Cambria"/>
                <a:cs typeface="Cambria"/>
              </a:rPr>
              <a:t>A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 rot="1080000">
            <a:off x="6869144" y="6881607"/>
            <a:ext cx="601036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500" i="1" dirty="0">
                <a:latin typeface="Arial"/>
                <a:cs typeface="Arial"/>
              </a:rPr>
              <a:t>R</a:t>
            </a:r>
            <a:r>
              <a:rPr sz="1500" i="1" spc="434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I</a:t>
            </a:r>
            <a:r>
              <a:rPr sz="1500" i="1" spc="440" dirty="0">
                <a:latin typeface="Arial"/>
                <a:cs typeface="Arial"/>
              </a:rPr>
              <a:t> </a:t>
            </a:r>
            <a:r>
              <a:rPr sz="1500" i="1" spc="-50" dirty="0">
                <a:latin typeface="Arial"/>
                <a:cs typeface="Arial"/>
              </a:rPr>
              <a:t>O</a:t>
            </a:r>
            <a:endParaRPr sz="1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 rot="180000">
            <a:off x="7562795" y="7119194"/>
            <a:ext cx="842174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2250" i="1" baseline="1851" dirty="0">
                <a:latin typeface="Arial"/>
                <a:cs typeface="Arial"/>
              </a:rPr>
              <a:t>A</a:t>
            </a:r>
            <a:r>
              <a:rPr sz="2250" i="1" spc="7" baseline="1851" dirty="0">
                <a:latin typeface="Arial"/>
                <a:cs typeface="Arial"/>
              </a:rPr>
              <a:t> </a:t>
            </a:r>
            <a:r>
              <a:rPr sz="2250" i="1" baseline="1851" dirty="0">
                <a:latin typeface="Arial"/>
                <a:cs typeface="Arial"/>
              </a:rPr>
              <a:t>R</a:t>
            </a:r>
            <a:r>
              <a:rPr sz="2250" i="1" spc="652" baseline="1851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A</a:t>
            </a:r>
            <a:r>
              <a:rPr sz="1500" i="1" spc="430" dirty="0">
                <a:latin typeface="Arial"/>
                <a:cs typeface="Arial"/>
              </a:rPr>
              <a:t> </a:t>
            </a:r>
            <a:r>
              <a:rPr sz="1500" i="1" spc="-50" dirty="0">
                <a:latin typeface="Arial"/>
                <a:cs typeface="Arial"/>
              </a:rPr>
              <a:t>U</a:t>
            </a:r>
            <a:endParaRPr sz="15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 rot="180000">
            <a:off x="8475788" y="7163190"/>
            <a:ext cx="430528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500" i="1" dirty="0">
                <a:latin typeface="Arial"/>
                <a:cs typeface="Arial"/>
              </a:rPr>
              <a:t>C</a:t>
            </a:r>
            <a:r>
              <a:rPr sz="1500" i="1" spc="430" dirty="0">
                <a:latin typeface="Arial"/>
                <a:cs typeface="Arial"/>
              </a:rPr>
              <a:t> </a:t>
            </a:r>
            <a:r>
              <a:rPr sz="1500" i="1" spc="-50" dirty="0">
                <a:latin typeface="Arial"/>
                <a:cs typeface="Arial"/>
              </a:rPr>
              <a:t>A</a:t>
            </a:r>
            <a:endParaRPr sz="1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420354" y="31799"/>
            <a:ext cx="15678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105" dirty="0">
                <a:latin typeface="Cambria"/>
                <a:cs typeface="Cambria"/>
              </a:rPr>
              <a:t>CAÑO</a:t>
            </a:r>
            <a:r>
              <a:rPr sz="1100" b="1" spc="135" dirty="0">
                <a:latin typeface="Cambria"/>
                <a:cs typeface="Cambria"/>
              </a:rPr>
              <a:t> </a:t>
            </a:r>
            <a:r>
              <a:rPr sz="1100" b="1" spc="85" dirty="0">
                <a:latin typeface="Cambria"/>
                <a:cs typeface="Cambria"/>
              </a:rPr>
              <a:t>LA</a:t>
            </a:r>
            <a:r>
              <a:rPr sz="1100" b="1" spc="130" dirty="0">
                <a:latin typeface="Cambria"/>
                <a:cs typeface="Cambria"/>
              </a:rPr>
              <a:t> </a:t>
            </a:r>
            <a:r>
              <a:rPr sz="1100" b="1" spc="95" dirty="0">
                <a:latin typeface="Cambria"/>
                <a:cs typeface="Cambria"/>
              </a:rPr>
              <a:t>COLORADA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072650" y="517760"/>
            <a:ext cx="1385570" cy="3015615"/>
            <a:chOff x="5072650" y="517760"/>
            <a:chExt cx="1385570" cy="3015615"/>
          </a:xfrm>
        </p:grpSpPr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2358" y="517760"/>
              <a:ext cx="755370" cy="65041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9647" y="3260209"/>
              <a:ext cx="573454" cy="26615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72650" y="2994612"/>
              <a:ext cx="587447" cy="53875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7605926" y="2067856"/>
            <a:ext cx="975360" cy="4292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03699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Cluster-39:</a:t>
            </a:r>
            <a:r>
              <a:rPr sz="850" b="1" spc="10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GF-</a:t>
            </a:r>
            <a:r>
              <a:rPr sz="850" b="1" spc="50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99,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100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39</a:t>
            </a:r>
            <a:r>
              <a:rPr sz="850" b="1" dirty="0">
                <a:latin typeface="Arial"/>
                <a:cs typeface="Arial"/>
              </a:rPr>
              <a:t>,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40</a:t>
            </a:r>
            <a:r>
              <a:rPr sz="850" b="1" dirty="0">
                <a:latin typeface="Arial"/>
                <a:cs typeface="Arial"/>
              </a:rPr>
              <a:t>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60</a:t>
            </a:r>
            <a:r>
              <a:rPr sz="850" b="1" spc="-25" dirty="0">
                <a:latin typeface="Arial"/>
                <a:cs typeface="Arial"/>
              </a:rPr>
              <a:t>,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218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815123" y="3805957"/>
            <a:ext cx="420370" cy="84455"/>
          </a:xfrm>
          <a:custGeom>
            <a:avLst/>
            <a:gdLst/>
            <a:ahLst/>
            <a:cxnLst/>
            <a:rect l="l" t="t" r="r" b="b"/>
            <a:pathLst>
              <a:path w="420370" h="84454">
                <a:moveTo>
                  <a:pt x="419805" y="0"/>
                </a:moveTo>
                <a:lnTo>
                  <a:pt x="0" y="83961"/>
                </a:lnTo>
              </a:path>
            </a:pathLst>
          </a:custGeom>
          <a:ln w="559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474971" y="3178653"/>
            <a:ext cx="610870" cy="294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 marR="5080" indent="-32384">
              <a:lnSpc>
                <a:spcPct val="103699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Cluster-</a:t>
            </a:r>
            <a:r>
              <a:rPr sz="850" b="1" spc="-25" dirty="0">
                <a:latin typeface="Arial"/>
                <a:cs typeface="Arial"/>
              </a:rPr>
              <a:t>91: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-20" dirty="0">
                <a:latin typeface="Arial"/>
                <a:cs typeface="Arial"/>
              </a:rPr>
              <a:t>(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91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72776" y="3361523"/>
            <a:ext cx="130699" cy="126501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4412890" y="3486673"/>
            <a:ext cx="1417955" cy="3270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b="1" spc="105" dirty="0">
                <a:latin typeface="Cambria"/>
                <a:cs typeface="Cambria"/>
              </a:rPr>
              <a:t>EST</a:t>
            </a:r>
            <a:r>
              <a:rPr sz="1000" b="1" spc="125" dirty="0">
                <a:latin typeface="Cambria"/>
                <a:cs typeface="Cambria"/>
              </a:rPr>
              <a:t> </a:t>
            </a:r>
            <a:r>
              <a:rPr sz="1000" b="1" spc="90" dirty="0">
                <a:latin typeface="Cambria"/>
                <a:cs typeface="Cambria"/>
              </a:rPr>
              <a:t>GF-</a:t>
            </a:r>
            <a:r>
              <a:rPr sz="1000" b="1" spc="80" dirty="0">
                <a:latin typeface="Cambria"/>
                <a:cs typeface="Cambria"/>
              </a:rPr>
              <a:t>1X</a:t>
            </a:r>
            <a:endParaRPr sz="1000">
              <a:latin typeface="Cambria"/>
              <a:cs typeface="Cambria"/>
            </a:endParaRPr>
          </a:p>
          <a:p>
            <a:pPr marL="169545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Cluster-77:</a:t>
            </a:r>
            <a:r>
              <a:rPr sz="850" b="1" spc="1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-10" dirty="0">
                <a:latin typeface="Arial"/>
                <a:cs typeface="Arial"/>
              </a:rPr>
              <a:t>77;(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108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322212" y="3125766"/>
            <a:ext cx="803910" cy="2946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8575" marR="5080" indent="-16510">
              <a:lnSpc>
                <a:spcPct val="104299"/>
              </a:lnSpc>
              <a:spcBef>
                <a:spcPts val="85"/>
              </a:spcBef>
            </a:pPr>
            <a:r>
              <a:rPr sz="850" b="1" dirty="0">
                <a:latin typeface="Arial"/>
                <a:cs typeface="Arial"/>
              </a:rPr>
              <a:t>Cluster-1: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75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-</a:t>
            </a:r>
            <a:r>
              <a:rPr sz="850" b="1" spc="-10" dirty="0">
                <a:latin typeface="Arial"/>
                <a:cs typeface="Arial"/>
              </a:rPr>
              <a:t> 1X,(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36,46,181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836650" y="3669389"/>
            <a:ext cx="675640" cy="374650"/>
            <a:chOff x="7836650" y="3669389"/>
            <a:chExt cx="675640" cy="374650"/>
          </a:xfrm>
        </p:grpSpPr>
        <p:sp>
          <p:nvSpPr>
            <p:cNvPr id="58" name="object 58"/>
            <p:cNvSpPr/>
            <p:nvPr/>
          </p:nvSpPr>
          <p:spPr>
            <a:xfrm>
              <a:off x="8315508" y="3697647"/>
              <a:ext cx="168275" cy="84455"/>
            </a:xfrm>
            <a:custGeom>
              <a:avLst/>
              <a:gdLst/>
              <a:ahLst/>
              <a:cxnLst/>
              <a:rect l="l" t="t" r="r" b="b"/>
              <a:pathLst>
                <a:path w="168275" h="84454">
                  <a:moveTo>
                    <a:pt x="167922" y="0"/>
                  </a:moveTo>
                  <a:lnTo>
                    <a:pt x="0" y="83961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36650" y="3820230"/>
              <a:ext cx="130699" cy="223616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7319623" y="3972094"/>
            <a:ext cx="993775" cy="2946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8905" marR="5080" indent="-116839">
              <a:lnSpc>
                <a:spcPct val="104299"/>
              </a:lnSpc>
              <a:spcBef>
                <a:spcPts val="85"/>
              </a:spcBef>
            </a:pPr>
            <a:r>
              <a:rPr sz="850" b="1" dirty="0">
                <a:latin typeface="Arial"/>
                <a:cs typeface="Arial"/>
              </a:rPr>
              <a:t>Cluster-78:</a:t>
            </a:r>
            <a:r>
              <a:rPr sz="850" b="1" spc="1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-25" dirty="0">
                <a:latin typeface="Arial"/>
                <a:cs typeface="Arial"/>
              </a:rPr>
              <a:t>78, </a:t>
            </a:r>
            <a:r>
              <a:rPr sz="850" b="1" dirty="0">
                <a:latin typeface="Arial"/>
                <a:cs typeface="Arial"/>
              </a:rPr>
              <a:t>87,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140,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161,191</a:t>
            </a:r>
            <a:endParaRPr sz="8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143434" y="3939455"/>
            <a:ext cx="601345" cy="510540"/>
          </a:xfrm>
          <a:custGeom>
            <a:avLst/>
            <a:gdLst/>
            <a:ahLst/>
            <a:cxnLst/>
            <a:rect l="l" t="t" r="r" b="b"/>
            <a:pathLst>
              <a:path w="601345" h="510539">
                <a:moveTo>
                  <a:pt x="601161" y="0"/>
                </a:moveTo>
                <a:lnTo>
                  <a:pt x="265317" y="167922"/>
                </a:lnTo>
              </a:path>
              <a:path w="601345" h="510539">
                <a:moveTo>
                  <a:pt x="251883" y="174639"/>
                </a:moveTo>
                <a:lnTo>
                  <a:pt x="0" y="510483"/>
                </a:lnTo>
              </a:path>
            </a:pathLst>
          </a:custGeom>
          <a:ln w="559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 rot="19680000">
            <a:off x="5572175" y="3978667"/>
            <a:ext cx="938855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dirty="0">
                <a:latin typeface="Arial"/>
                <a:cs typeface="Arial"/>
              </a:rPr>
              <a:t>Cluste</a:t>
            </a:r>
            <a:r>
              <a:rPr sz="1275" b="1" baseline="3267" dirty="0">
                <a:latin typeface="Arial"/>
                <a:cs typeface="Arial"/>
              </a:rPr>
              <a:t>r95:</a:t>
            </a:r>
            <a:r>
              <a:rPr sz="1275" b="1" spc="44" baseline="3267" dirty="0">
                <a:latin typeface="Arial"/>
                <a:cs typeface="Arial"/>
              </a:rPr>
              <a:t> </a:t>
            </a:r>
            <a:r>
              <a:rPr sz="1275" b="1" spc="-15" baseline="3267" dirty="0">
                <a:latin typeface="Arial"/>
                <a:cs typeface="Arial"/>
              </a:rPr>
              <a:t>GF-</a:t>
            </a:r>
            <a:r>
              <a:rPr sz="1275" b="1" spc="-37" baseline="3267" dirty="0">
                <a:latin typeface="Arial"/>
                <a:cs typeface="Arial"/>
              </a:rPr>
              <a:t>95</a:t>
            </a:r>
            <a:r>
              <a:rPr sz="1275" b="1" spc="-37" baseline="6535" dirty="0">
                <a:latin typeface="Arial"/>
                <a:cs typeface="Arial"/>
              </a:rPr>
              <a:t>,</a:t>
            </a:r>
            <a:endParaRPr sz="1275" baseline="6535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 rot="19680000">
            <a:off x="5638025" y="4068065"/>
            <a:ext cx="1025284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dirty="0">
                <a:latin typeface="Arial"/>
                <a:cs typeface="Arial"/>
              </a:rPr>
              <a:t>178,</a:t>
            </a:r>
            <a:r>
              <a:rPr sz="850" b="1" spc="1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</a:t>
            </a:r>
            <a:r>
              <a:rPr sz="1275" b="1" baseline="3267" dirty="0">
                <a:latin typeface="Arial"/>
                <a:cs typeface="Arial"/>
              </a:rPr>
              <a:t>97,</a:t>
            </a:r>
            <a:r>
              <a:rPr sz="1275" b="1" spc="7" baseline="3267" dirty="0">
                <a:latin typeface="Arial"/>
                <a:cs typeface="Arial"/>
              </a:rPr>
              <a:t> </a:t>
            </a:r>
            <a:r>
              <a:rPr sz="1275" b="1" baseline="3267" dirty="0">
                <a:latin typeface="Arial"/>
                <a:cs typeface="Arial"/>
              </a:rPr>
              <a:t>(</a:t>
            </a:r>
            <a:r>
              <a:rPr sz="1275" b="1" baseline="3267" dirty="0">
                <a:solidFill>
                  <a:srgbClr val="FF3300"/>
                </a:solidFill>
                <a:latin typeface="Arial"/>
                <a:cs typeface="Arial"/>
              </a:rPr>
              <a:t>124,</a:t>
            </a:r>
            <a:r>
              <a:rPr sz="1275" b="1" spc="30" baseline="326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275" b="1" spc="-30" baseline="3267" dirty="0">
                <a:solidFill>
                  <a:srgbClr val="FF3300"/>
                </a:solidFill>
                <a:latin typeface="Arial"/>
                <a:cs typeface="Arial"/>
              </a:rPr>
              <a:t>197</a:t>
            </a:r>
            <a:r>
              <a:rPr sz="1275" b="1" spc="-30" baseline="6535" dirty="0">
                <a:latin typeface="Arial"/>
                <a:cs typeface="Arial"/>
              </a:rPr>
              <a:t>)</a:t>
            </a:r>
            <a:endParaRPr sz="1275" baseline="6535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611410" y="179966"/>
            <a:ext cx="3401060" cy="6306820"/>
            <a:chOff x="5611410" y="179966"/>
            <a:chExt cx="3401060" cy="6306820"/>
          </a:xfrm>
        </p:grpSpPr>
        <p:sp>
          <p:nvSpPr>
            <p:cNvPr id="65" name="object 65"/>
            <p:cNvSpPr/>
            <p:nvPr/>
          </p:nvSpPr>
          <p:spPr>
            <a:xfrm>
              <a:off x="6983045" y="208223"/>
              <a:ext cx="2000885" cy="3318510"/>
            </a:xfrm>
            <a:custGeom>
              <a:avLst/>
              <a:gdLst/>
              <a:ahLst/>
              <a:cxnLst/>
              <a:rect l="l" t="t" r="r" b="b"/>
              <a:pathLst>
                <a:path w="2000884" h="3318510">
                  <a:moveTo>
                    <a:pt x="251883" y="3318143"/>
                  </a:moveTo>
                  <a:lnTo>
                    <a:pt x="0" y="3234181"/>
                  </a:lnTo>
                </a:path>
                <a:path w="2000884" h="3318510">
                  <a:moveTo>
                    <a:pt x="2000793" y="1554959"/>
                  </a:moveTo>
                  <a:lnTo>
                    <a:pt x="1942860" y="0"/>
                  </a:lnTo>
                </a:path>
                <a:path w="2000884" h="3318510">
                  <a:moveTo>
                    <a:pt x="587727" y="1638920"/>
                  </a:moveTo>
                  <a:lnTo>
                    <a:pt x="671688" y="1135154"/>
                  </a:lnTo>
                </a:path>
                <a:path w="2000884" h="3318510">
                  <a:moveTo>
                    <a:pt x="587727" y="1638920"/>
                  </a:moveTo>
                  <a:lnTo>
                    <a:pt x="335844" y="163892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639667" y="6374327"/>
              <a:ext cx="0" cy="84455"/>
            </a:xfrm>
            <a:custGeom>
              <a:avLst/>
              <a:gdLst/>
              <a:ahLst/>
              <a:cxnLst/>
              <a:rect l="l" t="t" r="r" b="b"/>
              <a:pathLst>
                <a:path h="84454">
                  <a:moveTo>
                    <a:pt x="0" y="0"/>
                  </a:moveTo>
                  <a:lnTo>
                    <a:pt x="0" y="83961"/>
                  </a:lnTo>
                </a:path>
              </a:pathLst>
            </a:custGeom>
            <a:ln w="55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97083" y="5709355"/>
              <a:ext cx="217170" cy="311785"/>
            </a:xfrm>
            <a:custGeom>
              <a:avLst/>
              <a:gdLst/>
              <a:ahLst/>
              <a:cxnLst/>
              <a:rect l="l" t="t" r="r" b="b"/>
              <a:pathLst>
                <a:path w="217170" h="311785">
                  <a:moveTo>
                    <a:pt x="0" y="0"/>
                  </a:moveTo>
                  <a:lnTo>
                    <a:pt x="216619" y="311495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76825" y="4397603"/>
              <a:ext cx="130699" cy="12566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4359" y="4023136"/>
              <a:ext cx="130699" cy="12566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4165" y="3855214"/>
              <a:ext cx="130699" cy="12566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78308" y="1780535"/>
              <a:ext cx="131539" cy="12566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338200" y="1193087"/>
              <a:ext cx="484505" cy="442595"/>
            </a:xfrm>
            <a:custGeom>
              <a:avLst/>
              <a:gdLst/>
              <a:ahLst/>
              <a:cxnLst/>
              <a:rect l="l" t="t" r="r" b="b"/>
              <a:pathLst>
                <a:path w="484504" h="442594">
                  <a:moveTo>
                    <a:pt x="295543" y="402173"/>
                  </a:moveTo>
                  <a:lnTo>
                    <a:pt x="0" y="442475"/>
                  </a:lnTo>
                </a:path>
                <a:path w="484504" h="442594">
                  <a:moveTo>
                    <a:pt x="484455" y="0"/>
                  </a:moveTo>
                  <a:lnTo>
                    <a:pt x="400494" y="0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10967" y="1152506"/>
              <a:ext cx="285187" cy="19115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2280" y="1549642"/>
              <a:ext cx="130699" cy="12566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811741" y="1140191"/>
              <a:ext cx="118110" cy="113030"/>
            </a:xfrm>
            <a:custGeom>
              <a:avLst/>
              <a:gdLst/>
              <a:ahLst/>
              <a:cxnLst/>
              <a:rect l="l" t="t" r="r" b="b"/>
              <a:pathLst>
                <a:path w="118109" h="113030">
                  <a:moveTo>
                    <a:pt x="117545" y="56253"/>
                  </a:moveTo>
                  <a:lnTo>
                    <a:pt x="112848" y="34358"/>
                  </a:lnTo>
                  <a:lnTo>
                    <a:pt x="100123" y="16477"/>
                  </a:lnTo>
                  <a:lnTo>
                    <a:pt x="81416" y="4421"/>
                  </a:lnTo>
                  <a:lnTo>
                    <a:pt x="58772" y="0"/>
                  </a:lnTo>
                  <a:lnTo>
                    <a:pt x="35775" y="4421"/>
                  </a:lnTo>
                  <a:lnTo>
                    <a:pt x="17107" y="16477"/>
                  </a:lnTo>
                  <a:lnTo>
                    <a:pt x="4578" y="34358"/>
                  </a:lnTo>
                  <a:lnTo>
                    <a:pt x="0" y="56253"/>
                  </a:lnTo>
                  <a:lnTo>
                    <a:pt x="4578" y="78149"/>
                  </a:lnTo>
                  <a:lnTo>
                    <a:pt x="17107" y="96030"/>
                  </a:lnTo>
                  <a:lnTo>
                    <a:pt x="35775" y="108086"/>
                  </a:lnTo>
                  <a:lnTo>
                    <a:pt x="58772" y="112507"/>
                  </a:lnTo>
                  <a:lnTo>
                    <a:pt x="81416" y="108086"/>
                  </a:lnTo>
                  <a:lnTo>
                    <a:pt x="100123" y="96030"/>
                  </a:lnTo>
                  <a:lnTo>
                    <a:pt x="112848" y="78149"/>
                  </a:lnTo>
                  <a:lnTo>
                    <a:pt x="117545" y="56253"/>
                  </a:lnTo>
                  <a:close/>
                </a:path>
              </a:pathLst>
            </a:custGeom>
            <a:solidFill>
              <a:srgbClr val="00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11741" y="1140191"/>
              <a:ext cx="118110" cy="113030"/>
            </a:xfrm>
            <a:custGeom>
              <a:avLst/>
              <a:gdLst/>
              <a:ahLst/>
              <a:cxnLst/>
              <a:rect l="l" t="t" r="r" b="b"/>
              <a:pathLst>
                <a:path w="118109" h="113030">
                  <a:moveTo>
                    <a:pt x="58772" y="0"/>
                  </a:moveTo>
                  <a:lnTo>
                    <a:pt x="35775" y="4421"/>
                  </a:lnTo>
                  <a:lnTo>
                    <a:pt x="17107" y="16477"/>
                  </a:lnTo>
                  <a:lnTo>
                    <a:pt x="4578" y="34358"/>
                  </a:lnTo>
                  <a:lnTo>
                    <a:pt x="0" y="56253"/>
                  </a:lnTo>
                  <a:lnTo>
                    <a:pt x="4578" y="78149"/>
                  </a:lnTo>
                  <a:lnTo>
                    <a:pt x="17107" y="96030"/>
                  </a:lnTo>
                  <a:lnTo>
                    <a:pt x="35775" y="108086"/>
                  </a:lnTo>
                  <a:lnTo>
                    <a:pt x="58772" y="112507"/>
                  </a:lnTo>
                  <a:lnTo>
                    <a:pt x="81416" y="108086"/>
                  </a:lnTo>
                  <a:lnTo>
                    <a:pt x="100123" y="96030"/>
                  </a:lnTo>
                  <a:lnTo>
                    <a:pt x="112848" y="78149"/>
                  </a:lnTo>
                  <a:lnTo>
                    <a:pt x="117545" y="56253"/>
                  </a:lnTo>
                  <a:lnTo>
                    <a:pt x="112848" y="34358"/>
                  </a:lnTo>
                  <a:lnTo>
                    <a:pt x="100123" y="16477"/>
                  </a:lnTo>
                  <a:lnTo>
                    <a:pt x="81416" y="4421"/>
                  </a:lnTo>
                  <a:lnTo>
                    <a:pt x="58772" y="0"/>
                  </a:lnTo>
                  <a:close/>
                </a:path>
              </a:pathLst>
            </a:custGeom>
            <a:ln w="139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92344" y="779998"/>
              <a:ext cx="118110" cy="111760"/>
            </a:xfrm>
            <a:custGeom>
              <a:avLst/>
              <a:gdLst/>
              <a:ahLst/>
              <a:cxnLst/>
              <a:rect l="l" t="t" r="r" b="b"/>
              <a:pathLst>
                <a:path w="118109" h="111759">
                  <a:moveTo>
                    <a:pt x="117545" y="56253"/>
                  </a:moveTo>
                  <a:lnTo>
                    <a:pt x="112848" y="34358"/>
                  </a:lnTo>
                  <a:lnTo>
                    <a:pt x="100123" y="16477"/>
                  </a:lnTo>
                  <a:lnTo>
                    <a:pt x="81416" y="4421"/>
                  </a:lnTo>
                  <a:lnTo>
                    <a:pt x="58772" y="0"/>
                  </a:lnTo>
                  <a:lnTo>
                    <a:pt x="35775" y="4421"/>
                  </a:lnTo>
                  <a:lnTo>
                    <a:pt x="17107" y="16477"/>
                  </a:lnTo>
                  <a:lnTo>
                    <a:pt x="4578" y="34358"/>
                  </a:lnTo>
                  <a:lnTo>
                    <a:pt x="0" y="56253"/>
                  </a:lnTo>
                  <a:lnTo>
                    <a:pt x="4578" y="78018"/>
                  </a:lnTo>
                  <a:lnTo>
                    <a:pt x="17107" y="95610"/>
                  </a:lnTo>
                  <a:lnTo>
                    <a:pt x="35775" y="107378"/>
                  </a:lnTo>
                  <a:lnTo>
                    <a:pt x="58772" y="111668"/>
                  </a:lnTo>
                  <a:lnTo>
                    <a:pt x="81416" y="107378"/>
                  </a:lnTo>
                  <a:lnTo>
                    <a:pt x="100123" y="95610"/>
                  </a:lnTo>
                  <a:lnTo>
                    <a:pt x="112848" y="78018"/>
                  </a:lnTo>
                  <a:lnTo>
                    <a:pt x="117545" y="56253"/>
                  </a:lnTo>
                  <a:close/>
                </a:path>
              </a:pathLst>
            </a:custGeom>
            <a:solidFill>
              <a:srgbClr val="00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92344" y="779998"/>
              <a:ext cx="118110" cy="111760"/>
            </a:xfrm>
            <a:custGeom>
              <a:avLst/>
              <a:gdLst/>
              <a:ahLst/>
              <a:cxnLst/>
              <a:rect l="l" t="t" r="r" b="b"/>
              <a:pathLst>
                <a:path w="118109" h="111759">
                  <a:moveTo>
                    <a:pt x="58772" y="0"/>
                  </a:moveTo>
                  <a:lnTo>
                    <a:pt x="35775" y="4421"/>
                  </a:lnTo>
                  <a:lnTo>
                    <a:pt x="17107" y="16477"/>
                  </a:lnTo>
                  <a:lnTo>
                    <a:pt x="4578" y="34358"/>
                  </a:lnTo>
                  <a:lnTo>
                    <a:pt x="0" y="56253"/>
                  </a:lnTo>
                  <a:lnTo>
                    <a:pt x="4578" y="78018"/>
                  </a:lnTo>
                  <a:lnTo>
                    <a:pt x="17107" y="95610"/>
                  </a:lnTo>
                  <a:lnTo>
                    <a:pt x="35775" y="107378"/>
                  </a:lnTo>
                  <a:lnTo>
                    <a:pt x="58772" y="111668"/>
                  </a:lnTo>
                  <a:lnTo>
                    <a:pt x="81416" y="107378"/>
                  </a:lnTo>
                  <a:lnTo>
                    <a:pt x="100123" y="95610"/>
                  </a:lnTo>
                  <a:lnTo>
                    <a:pt x="112848" y="78018"/>
                  </a:lnTo>
                  <a:lnTo>
                    <a:pt x="117545" y="56253"/>
                  </a:lnTo>
                  <a:lnTo>
                    <a:pt x="112848" y="34358"/>
                  </a:lnTo>
                  <a:lnTo>
                    <a:pt x="100123" y="16477"/>
                  </a:lnTo>
                  <a:lnTo>
                    <a:pt x="81416" y="4421"/>
                  </a:lnTo>
                  <a:lnTo>
                    <a:pt x="58772" y="0"/>
                  </a:lnTo>
                  <a:close/>
                </a:path>
              </a:pathLst>
            </a:custGeom>
            <a:ln w="139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5370673" y="1729156"/>
            <a:ext cx="1986280" cy="5003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sz="850" b="1" dirty="0">
                <a:latin typeface="Arial"/>
                <a:cs typeface="Arial"/>
              </a:rPr>
              <a:t>GF-125,131,(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126</a:t>
            </a:r>
            <a:r>
              <a:rPr sz="850" b="1" dirty="0">
                <a:latin typeface="Arial"/>
                <a:cs typeface="Arial"/>
              </a:rPr>
              <a:t>)</a:t>
            </a:r>
            <a:r>
              <a:rPr sz="850" b="1" spc="195" dirty="0">
                <a:latin typeface="Arial"/>
                <a:cs typeface="Arial"/>
              </a:rPr>
              <a:t>  </a:t>
            </a:r>
            <a:r>
              <a:rPr sz="1275" b="1" baseline="-19607" dirty="0">
                <a:latin typeface="Arial"/>
                <a:cs typeface="Arial"/>
              </a:rPr>
              <a:t>Cluster96:GF-</a:t>
            </a:r>
            <a:r>
              <a:rPr sz="1275" b="1" spc="142" baseline="-19607" dirty="0">
                <a:latin typeface="Arial"/>
                <a:cs typeface="Arial"/>
              </a:rPr>
              <a:t> </a:t>
            </a:r>
            <a:r>
              <a:rPr sz="1275" b="1" spc="-37" baseline="-19607" dirty="0">
                <a:latin typeface="Arial"/>
                <a:cs typeface="Arial"/>
              </a:rPr>
              <a:t>96</a:t>
            </a:r>
            <a:r>
              <a:rPr sz="1275" b="1" spc="-37" baseline="-19607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endParaRPr sz="1275" baseline="-19607">
              <a:latin typeface="Arial"/>
              <a:cs typeface="Arial"/>
            </a:endParaRPr>
          </a:p>
          <a:p>
            <a:pPr marL="1222375">
              <a:lnSpc>
                <a:spcPct val="100000"/>
              </a:lnSpc>
              <a:spcBef>
                <a:spcPts val="315"/>
              </a:spcBef>
            </a:pPr>
            <a:r>
              <a:rPr sz="850" b="1" dirty="0">
                <a:latin typeface="Arial"/>
                <a:cs typeface="Arial"/>
              </a:rPr>
              <a:t>102,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106,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120,</a:t>
            </a:r>
            <a:endParaRPr sz="850">
              <a:latin typeface="Arial"/>
              <a:cs typeface="Arial"/>
            </a:endParaRPr>
          </a:p>
          <a:p>
            <a:pPr marL="1243330">
              <a:lnSpc>
                <a:spcPct val="100000"/>
              </a:lnSpc>
              <a:spcBef>
                <a:spcPts val="45"/>
              </a:spcBef>
            </a:pPr>
            <a:r>
              <a:rPr sz="850" b="1" spc="-10" dirty="0">
                <a:latin typeface="Arial"/>
                <a:cs typeface="Arial"/>
              </a:rPr>
              <a:t>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182</a:t>
            </a:r>
            <a:r>
              <a:rPr sz="850" b="1" spc="-10" dirty="0">
                <a:latin typeface="Arial"/>
                <a:cs typeface="Arial"/>
              </a:rPr>
              <a:t>,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117,194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738695" y="839611"/>
            <a:ext cx="168275" cy="0"/>
          </a:xfrm>
          <a:custGeom>
            <a:avLst/>
            <a:gdLst/>
            <a:ahLst/>
            <a:cxnLst/>
            <a:rect l="l" t="t" r="r" b="b"/>
            <a:pathLst>
              <a:path w="168275">
                <a:moveTo>
                  <a:pt x="167922" y="0"/>
                </a:moveTo>
                <a:lnTo>
                  <a:pt x="0" y="0"/>
                </a:lnTo>
              </a:path>
            </a:pathLst>
          </a:custGeom>
          <a:ln w="559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7745306" y="1276942"/>
            <a:ext cx="92964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Cluster-16:GF-</a:t>
            </a:r>
            <a:r>
              <a:rPr sz="850" b="1" spc="-25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067748" y="957046"/>
            <a:ext cx="611505" cy="294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Cluster-</a:t>
            </a:r>
            <a:r>
              <a:rPr sz="850" b="1" spc="-25" dirty="0">
                <a:latin typeface="Arial"/>
                <a:cs typeface="Arial"/>
              </a:rPr>
              <a:t>59: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-25" dirty="0">
                <a:latin typeface="Arial"/>
                <a:cs typeface="Arial"/>
              </a:rPr>
              <a:t>81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985531" y="797517"/>
            <a:ext cx="993140" cy="42925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 algn="ctr">
              <a:lnSpc>
                <a:spcPct val="104299"/>
              </a:lnSpc>
              <a:spcBef>
                <a:spcPts val="85"/>
              </a:spcBef>
            </a:pPr>
            <a:r>
              <a:rPr sz="850" b="1" dirty="0">
                <a:latin typeface="Arial"/>
                <a:cs typeface="Arial"/>
              </a:rPr>
              <a:t>Cluster-2: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2X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,</a:t>
            </a:r>
            <a:r>
              <a:rPr sz="850" b="1" dirty="0">
                <a:latin typeface="Arial"/>
                <a:cs typeface="Arial"/>
              </a:rPr>
              <a:t> 42,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73,110,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210,</a:t>
            </a:r>
            <a:endParaRPr sz="850">
              <a:latin typeface="Arial"/>
              <a:cs typeface="Arial"/>
            </a:endParaRPr>
          </a:p>
          <a:p>
            <a:pPr marR="36195" algn="ctr">
              <a:lnSpc>
                <a:spcPct val="100000"/>
              </a:lnSpc>
              <a:spcBef>
                <a:spcPts val="35"/>
              </a:spcBef>
            </a:pPr>
            <a:r>
              <a:rPr sz="850" b="1" spc="-10" dirty="0">
                <a:latin typeface="Arial"/>
                <a:cs typeface="Arial"/>
              </a:rPr>
              <a:t>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119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198055" y="1084497"/>
            <a:ext cx="4815840" cy="3867785"/>
            <a:chOff x="4198055" y="1084497"/>
            <a:chExt cx="4815840" cy="3867785"/>
          </a:xfrm>
        </p:grpSpPr>
        <p:pic>
          <p:nvPicPr>
            <p:cNvPr id="85" name="object 8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81965" y="1084497"/>
              <a:ext cx="131539" cy="12566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98055" y="3862366"/>
              <a:ext cx="1341698" cy="1089660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4521200" y="4312976"/>
            <a:ext cx="80454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marR="5080" indent="-6985">
              <a:lnSpc>
                <a:spcPct val="101699"/>
              </a:lnSpc>
              <a:spcBef>
                <a:spcPts val="95"/>
              </a:spcBef>
            </a:pPr>
            <a:r>
              <a:rPr sz="1300" b="1" spc="100" dirty="0">
                <a:latin typeface="Cambria"/>
                <a:cs typeface="Cambria"/>
              </a:rPr>
              <a:t>LAGUNA </a:t>
            </a:r>
            <a:r>
              <a:rPr sz="1300" b="1" spc="110" dirty="0">
                <a:latin typeface="Cambria"/>
                <a:cs typeface="Cambria"/>
              </a:rPr>
              <a:t>LA</a:t>
            </a:r>
            <a:r>
              <a:rPr sz="1300" b="1" spc="165" dirty="0">
                <a:latin typeface="Cambria"/>
                <a:cs typeface="Cambria"/>
              </a:rPr>
              <a:t> </a:t>
            </a:r>
            <a:r>
              <a:rPr sz="1300" b="1" spc="110" dirty="0">
                <a:latin typeface="Cambria"/>
                <a:cs typeface="Cambria"/>
              </a:rPr>
              <a:t>YUCA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7612203" y="2718380"/>
            <a:ext cx="1076960" cy="584835"/>
            <a:chOff x="7612203" y="2718380"/>
            <a:chExt cx="1076960" cy="584835"/>
          </a:xfrm>
        </p:grpSpPr>
        <p:sp>
          <p:nvSpPr>
            <p:cNvPr id="89" name="object 89"/>
            <p:cNvSpPr/>
            <p:nvPr/>
          </p:nvSpPr>
          <p:spPr>
            <a:xfrm>
              <a:off x="7640461" y="2798423"/>
              <a:ext cx="937894" cy="476250"/>
            </a:xfrm>
            <a:custGeom>
              <a:avLst/>
              <a:gdLst/>
              <a:ahLst/>
              <a:cxnLst/>
              <a:rect l="l" t="t" r="r" b="b"/>
              <a:pathLst>
                <a:path w="937895" h="476250">
                  <a:moveTo>
                    <a:pt x="937845" y="0"/>
                  </a:moveTo>
                  <a:lnTo>
                    <a:pt x="224176" y="209902"/>
                  </a:lnTo>
                </a:path>
                <a:path w="937895" h="476250">
                  <a:moveTo>
                    <a:pt x="182195" y="224176"/>
                  </a:moveTo>
                  <a:lnTo>
                    <a:pt x="0" y="476059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2689" y="2973622"/>
              <a:ext cx="130699" cy="12566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57036" y="2718380"/>
              <a:ext cx="131539" cy="125661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8751160" y="2637952"/>
            <a:ext cx="879475" cy="294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10" dirty="0">
                <a:latin typeface="Arial"/>
                <a:cs typeface="Arial"/>
              </a:rPr>
              <a:t>Cluster93: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GF-93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850" b="1" spc="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128,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223,</a:t>
            </a:r>
            <a:endParaRPr sz="8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249925" y="2938532"/>
            <a:ext cx="2552700" cy="478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5857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Cluster-71: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74,</a:t>
            </a:r>
            <a:r>
              <a:rPr sz="850" b="1" spc="34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225,</a:t>
            </a:r>
            <a:endParaRPr sz="850">
              <a:latin typeface="Arial"/>
              <a:cs typeface="Arial"/>
            </a:endParaRPr>
          </a:p>
          <a:p>
            <a:pPr marL="1280160">
              <a:lnSpc>
                <a:spcPct val="100000"/>
              </a:lnSpc>
              <a:spcBef>
                <a:spcPts val="40"/>
              </a:spcBef>
            </a:pPr>
            <a:r>
              <a:rPr sz="850" b="1" dirty="0">
                <a:latin typeface="Arial"/>
                <a:cs typeface="Arial"/>
              </a:rPr>
              <a:t>228,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141,</a:t>
            </a:r>
            <a:r>
              <a:rPr sz="850" b="1" spc="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142,</a:t>
            </a:r>
            <a:r>
              <a:rPr sz="850" b="1" spc="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189,221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850" b="1" dirty="0">
                <a:latin typeface="Arial"/>
                <a:cs typeface="Arial"/>
              </a:rPr>
              <a:t>Cluster-57: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111,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57</a:t>
            </a:r>
            <a:r>
              <a:rPr sz="850" b="1" dirty="0">
                <a:latin typeface="Arial"/>
                <a:cs typeface="Arial"/>
              </a:rPr>
              <a:t>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spc="-25" dirty="0">
                <a:solidFill>
                  <a:srgbClr val="FF3300"/>
                </a:solidFill>
                <a:latin typeface="Arial"/>
                <a:cs typeface="Arial"/>
              </a:rPr>
              <a:t>65</a:t>
            </a:r>
            <a:r>
              <a:rPr sz="850" b="1" spc="-25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5219862" y="1000816"/>
            <a:ext cx="2465070" cy="2468245"/>
            <a:chOff x="5219862" y="1000816"/>
            <a:chExt cx="2465070" cy="2468245"/>
          </a:xfrm>
        </p:grpSpPr>
        <p:pic>
          <p:nvPicPr>
            <p:cNvPr id="95" name="object 9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52861" y="3207874"/>
              <a:ext cx="131539" cy="12566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10861" y="1000816"/>
              <a:ext cx="151969" cy="12174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19862" y="3379434"/>
              <a:ext cx="97394" cy="88998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7693250" y="4369230"/>
            <a:ext cx="1875789" cy="294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Cluster-154:</a:t>
            </a:r>
            <a:r>
              <a:rPr sz="850" b="1" spc="7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GF-154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850" b="1" spc="9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155,</a:t>
            </a:r>
            <a:r>
              <a:rPr sz="850" b="1" spc="9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157,</a:t>
            </a:r>
            <a:r>
              <a:rPr sz="850" b="1" spc="9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162,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850" b="1" dirty="0">
                <a:latin typeface="Arial"/>
                <a:cs typeface="Arial"/>
              </a:rPr>
              <a:t>164,</a:t>
            </a:r>
            <a:r>
              <a:rPr sz="850" b="1" spc="8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203,(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165</a:t>
            </a:r>
            <a:r>
              <a:rPr sz="850" b="1" dirty="0">
                <a:latin typeface="Arial"/>
                <a:cs typeface="Arial"/>
              </a:rPr>
              <a:t>,</a:t>
            </a:r>
            <a:r>
              <a:rPr sz="850" b="1" spc="85" dirty="0"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166,171,202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6006" y="2516794"/>
            <a:ext cx="9795510" cy="4956175"/>
            <a:chOff x="56006" y="2516794"/>
            <a:chExt cx="9795510" cy="4956175"/>
          </a:xfrm>
        </p:grpSpPr>
        <p:pic>
          <p:nvPicPr>
            <p:cNvPr id="100" name="object 10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787112" y="4644448"/>
              <a:ext cx="231452" cy="19367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8234" y="5961238"/>
              <a:ext cx="9711055" cy="1469390"/>
            </a:xfrm>
            <a:custGeom>
              <a:avLst/>
              <a:gdLst/>
              <a:ahLst/>
              <a:cxnLst/>
              <a:rect l="l" t="t" r="r" b="b"/>
              <a:pathLst>
                <a:path w="9711055" h="1469390">
                  <a:moveTo>
                    <a:pt x="0" y="0"/>
                  </a:moveTo>
                  <a:lnTo>
                    <a:pt x="23955" y="6690"/>
                  </a:lnTo>
                  <a:lnTo>
                    <a:pt x="48697" y="12594"/>
                  </a:lnTo>
                  <a:lnTo>
                    <a:pt x="73439" y="19127"/>
                  </a:lnTo>
                  <a:lnTo>
                    <a:pt x="97394" y="27707"/>
                  </a:lnTo>
                  <a:lnTo>
                    <a:pt x="129352" y="44158"/>
                  </a:lnTo>
                  <a:lnTo>
                    <a:pt x="160365" y="62970"/>
                  </a:lnTo>
                  <a:lnTo>
                    <a:pt x="191378" y="81783"/>
                  </a:lnTo>
                  <a:lnTo>
                    <a:pt x="223336" y="98234"/>
                  </a:lnTo>
                  <a:lnTo>
                    <a:pt x="265392" y="116638"/>
                  </a:lnTo>
                  <a:lnTo>
                    <a:pt x="291277" y="127184"/>
                  </a:lnTo>
                  <a:lnTo>
                    <a:pt x="304720" y="131634"/>
                  </a:lnTo>
                  <a:lnTo>
                    <a:pt x="309447" y="131751"/>
                  </a:lnTo>
                  <a:lnTo>
                    <a:pt x="309186" y="129300"/>
                  </a:lnTo>
                  <a:lnTo>
                    <a:pt x="307667" y="126042"/>
                  </a:lnTo>
                  <a:lnTo>
                    <a:pt x="308615" y="123741"/>
                  </a:lnTo>
                  <a:lnTo>
                    <a:pt x="363551" y="140215"/>
                  </a:lnTo>
                  <a:lnTo>
                    <a:pt x="405584" y="160995"/>
                  </a:lnTo>
                  <a:lnTo>
                    <a:pt x="419805" y="167922"/>
                  </a:lnTo>
                  <a:lnTo>
                    <a:pt x="430025" y="171451"/>
                  </a:lnTo>
                  <a:lnTo>
                    <a:pt x="440480" y="174744"/>
                  </a:lnTo>
                  <a:lnTo>
                    <a:pt x="451094" y="178194"/>
                  </a:lnTo>
                  <a:lnTo>
                    <a:pt x="461786" y="182195"/>
                  </a:lnTo>
                  <a:lnTo>
                    <a:pt x="471533" y="193123"/>
                  </a:lnTo>
                  <a:lnTo>
                    <a:pt x="481202" y="204760"/>
                  </a:lnTo>
                  <a:lnTo>
                    <a:pt x="491657" y="215609"/>
                  </a:lnTo>
                  <a:lnTo>
                    <a:pt x="535737" y="234881"/>
                  </a:lnTo>
                  <a:lnTo>
                    <a:pt x="602827" y="249679"/>
                  </a:lnTo>
                  <a:lnTo>
                    <a:pt x="615434" y="251883"/>
                  </a:lnTo>
                  <a:lnTo>
                    <a:pt x="656092" y="279685"/>
                  </a:lnTo>
                  <a:lnTo>
                    <a:pt x="698097" y="308688"/>
                  </a:lnTo>
                  <a:lnTo>
                    <a:pt x="741460" y="337572"/>
                  </a:lnTo>
                  <a:lnTo>
                    <a:pt x="786190" y="365020"/>
                  </a:lnTo>
                  <a:lnTo>
                    <a:pt x="832298" y="389714"/>
                  </a:lnTo>
                  <a:lnTo>
                    <a:pt x="879794" y="410333"/>
                  </a:lnTo>
                  <a:lnTo>
                    <a:pt x="928686" y="425561"/>
                  </a:lnTo>
                  <a:lnTo>
                    <a:pt x="978986" y="434078"/>
                  </a:lnTo>
                  <a:lnTo>
                    <a:pt x="1032620" y="438216"/>
                  </a:lnTo>
                  <a:lnTo>
                    <a:pt x="1085852" y="440983"/>
                  </a:lnTo>
                  <a:lnTo>
                    <a:pt x="1138882" y="443025"/>
                  </a:lnTo>
                  <a:lnTo>
                    <a:pt x="1191911" y="444987"/>
                  </a:lnTo>
                  <a:lnTo>
                    <a:pt x="1245143" y="447512"/>
                  </a:lnTo>
                  <a:lnTo>
                    <a:pt x="1275961" y="457734"/>
                  </a:lnTo>
                  <a:lnTo>
                    <a:pt x="1293401" y="463449"/>
                  </a:lnTo>
                  <a:lnTo>
                    <a:pt x="1300177" y="465643"/>
                  </a:lnTo>
                  <a:lnTo>
                    <a:pt x="1299002" y="465300"/>
                  </a:lnTo>
                  <a:lnTo>
                    <a:pt x="1292592" y="463406"/>
                  </a:lnTo>
                  <a:lnTo>
                    <a:pt x="1283660" y="460946"/>
                  </a:lnTo>
                  <a:lnTo>
                    <a:pt x="1274920" y="458906"/>
                  </a:lnTo>
                  <a:lnTo>
                    <a:pt x="1269087" y="458272"/>
                  </a:lnTo>
                  <a:lnTo>
                    <a:pt x="1268875" y="460028"/>
                  </a:lnTo>
                  <a:lnTo>
                    <a:pt x="1329104" y="489493"/>
                  </a:lnTo>
                  <a:lnTo>
                    <a:pt x="1369628" y="505367"/>
                  </a:lnTo>
                  <a:lnTo>
                    <a:pt x="1412120" y="519509"/>
                  </a:lnTo>
                  <a:lnTo>
                    <a:pt x="1455085" y="532706"/>
                  </a:lnTo>
                  <a:lnTo>
                    <a:pt x="1497026" y="545747"/>
                  </a:lnTo>
                  <a:lnTo>
                    <a:pt x="1533457" y="561122"/>
                  </a:lnTo>
                  <a:lnTo>
                    <a:pt x="1568078" y="579331"/>
                  </a:lnTo>
                  <a:lnTo>
                    <a:pt x="1602227" y="598170"/>
                  </a:lnTo>
                  <a:lnTo>
                    <a:pt x="1637241" y="615434"/>
                  </a:lnTo>
                  <a:lnTo>
                    <a:pt x="1662233" y="622847"/>
                  </a:lnTo>
                  <a:lnTo>
                    <a:pt x="1701786" y="631912"/>
                  </a:lnTo>
                  <a:lnTo>
                    <a:pt x="1740553" y="639875"/>
                  </a:lnTo>
                  <a:lnTo>
                    <a:pt x="1763183" y="643981"/>
                  </a:lnTo>
                  <a:lnTo>
                    <a:pt x="1816770" y="640533"/>
                  </a:lnTo>
                  <a:lnTo>
                    <a:pt x="1868348" y="639665"/>
                  </a:lnTo>
                  <a:lnTo>
                    <a:pt x="1918321" y="641171"/>
                  </a:lnTo>
                  <a:lnTo>
                    <a:pt x="1967094" y="644842"/>
                  </a:lnTo>
                  <a:lnTo>
                    <a:pt x="2015072" y="650469"/>
                  </a:lnTo>
                  <a:lnTo>
                    <a:pt x="2062661" y="657845"/>
                  </a:lnTo>
                  <a:lnTo>
                    <a:pt x="2110265" y="666762"/>
                  </a:lnTo>
                  <a:lnTo>
                    <a:pt x="2158288" y="677011"/>
                  </a:lnTo>
                  <a:lnTo>
                    <a:pt x="2207137" y="688383"/>
                  </a:lnTo>
                  <a:lnTo>
                    <a:pt x="2257216" y="700672"/>
                  </a:lnTo>
                  <a:lnTo>
                    <a:pt x="2308930" y="713669"/>
                  </a:lnTo>
                  <a:lnTo>
                    <a:pt x="2353072" y="728879"/>
                  </a:lnTo>
                  <a:lnTo>
                    <a:pt x="2396747" y="749710"/>
                  </a:lnTo>
                  <a:lnTo>
                    <a:pt x="2440329" y="772966"/>
                  </a:lnTo>
                  <a:lnTo>
                    <a:pt x="2484191" y="795453"/>
                  </a:lnTo>
                  <a:lnTo>
                    <a:pt x="2528706" y="813975"/>
                  </a:lnTo>
                  <a:lnTo>
                    <a:pt x="2574247" y="825337"/>
                  </a:lnTo>
                  <a:lnTo>
                    <a:pt x="2612790" y="830047"/>
                  </a:lnTo>
                  <a:lnTo>
                    <a:pt x="2651491" y="833418"/>
                  </a:lnTo>
                  <a:lnTo>
                    <a:pt x="2690192" y="836318"/>
                  </a:lnTo>
                  <a:lnTo>
                    <a:pt x="2728736" y="839611"/>
                  </a:lnTo>
                  <a:lnTo>
                    <a:pt x="2747641" y="886883"/>
                  </a:lnTo>
                  <a:lnTo>
                    <a:pt x="2771640" y="929651"/>
                  </a:lnTo>
                  <a:lnTo>
                    <a:pt x="2800351" y="967947"/>
                  </a:lnTo>
                  <a:lnTo>
                    <a:pt x="2833396" y="1001806"/>
                  </a:lnTo>
                  <a:lnTo>
                    <a:pt x="2870393" y="1031264"/>
                  </a:lnTo>
                  <a:lnTo>
                    <a:pt x="2910962" y="1056355"/>
                  </a:lnTo>
                  <a:lnTo>
                    <a:pt x="2954725" y="1077112"/>
                  </a:lnTo>
                  <a:lnTo>
                    <a:pt x="3001299" y="1093572"/>
                  </a:lnTo>
                  <a:lnTo>
                    <a:pt x="3050307" y="1105767"/>
                  </a:lnTo>
                  <a:lnTo>
                    <a:pt x="3103050" y="1100252"/>
                  </a:lnTo>
                  <a:lnTo>
                    <a:pt x="3154986" y="1100612"/>
                  </a:lnTo>
                  <a:lnTo>
                    <a:pt x="3206438" y="1105217"/>
                  </a:lnTo>
                  <a:lnTo>
                    <a:pt x="3257727" y="1112435"/>
                  </a:lnTo>
                  <a:lnTo>
                    <a:pt x="3309179" y="1120638"/>
                  </a:lnTo>
                  <a:lnTo>
                    <a:pt x="3361114" y="1128194"/>
                  </a:lnTo>
                  <a:lnTo>
                    <a:pt x="3413858" y="1133474"/>
                  </a:lnTo>
                  <a:lnTo>
                    <a:pt x="3465370" y="1136456"/>
                  </a:lnTo>
                  <a:lnTo>
                    <a:pt x="3516695" y="1138854"/>
                  </a:lnTo>
                  <a:lnTo>
                    <a:pt x="3567927" y="1140926"/>
                  </a:lnTo>
                  <a:lnTo>
                    <a:pt x="3619159" y="1142928"/>
                  </a:lnTo>
                  <a:lnTo>
                    <a:pt x="3670484" y="1145116"/>
                  </a:lnTo>
                  <a:lnTo>
                    <a:pt x="3721995" y="1147748"/>
                  </a:lnTo>
                  <a:lnTo>
                    <a:pt x="3773714" y="1145355"/>
                  </a:lnTo>
                  <a:lnTo>
                    <a:pt x="3825408" y="1143179"/>
                  </a:lnTo>
                  <a:lnTo>
                    <a:pt x="3877081" y="1141172"/>
                  </a:lnTo>
                  <a:lnTo>
                    <a:pt x="3928738" y="1139281"/>
                  </a:lnTo>
                  <a:lnTo>
                    <a:pt x="3980383" y="1137456"/>
                  </a:lnTo>
                  <a:lnTo>
                    <a:pt x="4032022" y="1135648"/>
                  </a:lnTo>
                  <a:lnTo>
                    <a:pt x="4083658" y="1133805"/>
                  </a:lnTo>
                  <a:lnTo>
                    <a:pt x="4135297" y="1131877"/>
                  </a:lnTo>
                  <a:lnTo>
                    <a:pt x="4186942" y="1129814"/>
                  </a:lnTo>
                  <a:lnTo>
                    <a:pt x="4238599" y="1127566"/>
                  </a:lnTo>
                  <a:lnTo>
                    <a:pt x="4290272" y="1125081"/>
                  </a:lnTo>
                  <a:lnTo>
                    <a:pt x="4341966" y="1122310"/>
                  </a:lnTo>
                  <a:lnTo>
                    <a:pt x="4393684" y="1119201"/>
                  </a:lnTo>
                  <a:lnTo>
                    <a:pt x="4448718" y="1111225"/>
                  </a:lnTo>
                  <a:lnTo>
                    <a:pt x="4508396" y="1096951"/>
                  </a:lnTo>
                  <a:lnTo>
                    <a:pt x="4556267" y="1083308"/>
                  </a:lnTo>
                  <a:lnTo>
                    <a:pt x="4575880" y="1077221"/>
                  </a:lnTo>
                  <a:lnTo>
                    <a:pt x="4622245" y="1080435"/>
                  </a:lnTo>
                  <a:lnTo>
                    <a:pt x="4668890" y="1083906"/>
                  </a:lnTo>
                  <a:lnTo>
                    <a:pt x="4715675" y="1087191"/>
                  </a:lnTo>
                  <a:lnTo>
                    <a:pt x="4762460" y="1089846"/>
                  </a:lnTo>
                  <a:lnTo>
                    <a:pt x="4809105" y="1091428"/>
                  </a:lnTo>
                  <a:lnTo>
                    <a:pt x="4855470" y="1091494"/>
                  </a:lnTo>
                  <a:lnTo>
                    <a:pt x="5025479" y="1085748"/>
                  </a:lnTo>
                  <a:lnTo>
                    <a:pt x="5213669" y="1076381"/>
                  </a:lnTo>
                  <a:lnTo>
                    <a:pt x="5366125" y="1067644"/>
                  </a:lnTo>
                  <a:lnTo>
                    <a:pt x="5428925" y="1063787"/>
                  </a:lnTo>
                  <a:lnTo>
                    <a:pt x="5482148" y="1050747"/>
                  </a:lnTo>
                  <a:lnTo>
                    <a:pt x="5534191" y="1035030"/>
                  </a:lnTo>
                  <a:lnTo>
                    <a:pt x="5586076" y="1019628"/>
                  </a:lnTo>
                  <a:lnTo>
                    <a:pt x="5638828" y="1007533"/>
                  </a:lnTo>
                  <a:lnTo>
                    <a:pt x="5686775" y="1000408"/>
                  </a:lnTo>
                  <a:lnTo>
                    <a:pt x="5736658" y="994752"/>
                  </a:lnTo>
                  <a:lnTo>
                    <a:pt x="5787334" y="990216"/>
                  </a:lnTo>
                  <a:lnTo>
                    <a:pt x="5837660" y="986449"/>
                  </a:lnTo>
                  <a:lnTo>
                    <a:pt x="5886493" y="983102"/>
                  </a:lnTo>
                  <a:lnTo>
                    <a:pt x="5932691" y="979826"/>
                  </a:lnTo>
                  <a:lnTo>
                    <a:pt x="5987243" y="967387"/>
                  </a:lnTo>
                  <a:lnTo>
                    <a:pt x="6039415" y="958120"/>
                  </a:lnTo>
                  <a:lnTo>
                    <a:pt x="6090748" y="951279"/>
                  </a:lnTo>
                  <a:lnTo>
                    <a:pt x="6142781" y="946117"/>
                  </a:lnTo>
                  <a:lnTo>
                    <a:pt x="6197052" y="941888"/>
                  </a:lnTo>
                  <a:lnTo>
                    <a:pt x="6255102" y="937845"/>
                  </a:lnTo>
                  <a:lnTo>
                    <a:pt x="6310769" y="941035"/>
                  </a:lnTo>
                  <a:lnTo>
                    <a:pt x="6362915" y="944723"/>
                  </a:lnTo>
                  <a:lnTo>
                    <a:pt x="6412300" y="949157"/>
                  </a:lnTo>
                  <a:lnTo>
                    <a:pt x="6459685" y="954584"/>
                  </a:lnTo>
                  <a:lnTo>
                    <a:pt x="6505831" y="961249"/>
                  </a:lnTo>
                  <a:lnTo>
                    <a:pt x="6551498" y="969401"/>
                  </a:lnTo>
                  <a:lnTo>
                    <a:pt x="6597448" y="979286"/>
                  </a:lnTo>
                  <a:lnTo>
                    <a:pt x="6644440" y="991150"/>
                  </a:lnTo>
                  <a:lnTo>
                    <a:pt x="6693236" y="1005242"/>
                  </a:lnTo>
                  <a:lnTo>
                    <a:pt x="6744595" y="1021806"/>
                  </a:lnTo>
                  <a:lnTo>
                    <a:pt x="6772691" y="1053788"/>
                  </a:lnTo>
                  <a:lnTo>
                    <a:pt x="6809573" y="1080881"/>
                  </a:lnTo>
                  <a:lnTo>
                    <a:pt x="6853087" y="1103703"/>
                  </a:lnTo>
                  <a:lnTo>
                    <a:pt x="6901078" y="1122874"/>
                  </a:lnTo>
                  <a:lnTo>
                    <a:pt x="6951391" y="1139016"/>
                  </a:lnTo>
                  <a:lnTo>
                    <a:pt x="7001871" y="1152746"/>
                  </a:lnTo>
                  <a:lnTo>
                    <a:pt x="7050363" y="1164686"/>
                  </a:lnTo>
                  <a:lnTo>
                    <a:pt x="7094713" y="1175455"/>
                  </a:lnTo>
                  <a:lnTo>
                    <a:pt x="7123171" y="1195299"/>
                  </a:lnTo>
                  <a:lnTo>
                    <a:pt x="7135699" y="1203504"/>
                  </a:lnTo>
                  <a:lnTo>
                    <a:pt x="7142676" y="1204946"/>
                  </a:lnTo>
                  <a:lnTo>
                    <a:pt x="7154481" y="1204499"/>
                  </a:lnTo>
                  <a:lnTo>
                    <a:pt x="7181492" y="1207038"/>
                  </a:lnTo>
                  <a:lnTo>
                    <a:pt x="7234089" y="1217436"/>
                  </a:lnTo>
                  <a:lnTo>
                    <a:pt x="7255354" y="1223418"/>
                  </a:lnTo>
                  <a:lnTo>
                    <a:pt x="7276384" y="1230659"/>
                  </a:lnTo>
                  <a:lnTo>
                    <a:pt x="7297256" y="1238216"/>
                  </a:lnTo>
                  <a:lnTo>
                    <a:pt x="7318050" y="1245143"/>
                  </a:lnTo>
                  <a:lnTo>
                    <a:pt x="7330631" y="1249852"/>
                  </a:lnTo>
                  <a:lnTo>
                    <a:pt x="7344393" y="1254483"/>
                  </a:lnTo>
                  <a:lnTo>
                    <a:pt x="7355478" y="1258012"/>
                  </a:lnTo>
                  <a:lnTo>
                    <a:pt x="7360030" y="1259416"/>
                  </a:lnTo>
                  <a:lnTo>
                    <a:pt x="7363559" y="1270226"/>
                  </a:lnTo>
                  <a:lnTo>
                    <a:pt x="7400594" y="1321285"/>
                  </a:lnTo>
                  <a:lnTo>
                    <a:pt x="7436645" y="1337080"/>
                  </a:lnTo>
                  <a:lnTo>
                    <a:pt x="7473010" y="1349097"/>
                  </a:lnTo>
                  <a:lnTo>
                    <a:pt x="7552993" y="1373845"/>
                  </a:lnTo>
                  <a:lnTo>
                    <a:pt x="7606265" y="1387863"/>
                  </a:lnTo>
                  <a:lnTo>
                    <a:pt x="7659778" y="1400753"/>
                  </a:lnTo>
                  <a:lnTo>
                    <a:pt x="7713251" y="1413562"/>
                  </a:lnTo>
                  <a:lnTo>
                    <a:pt x="7766402" y="1427338"/>
                  </a:lnTo>
                  <a:lnTo>
                    <a:pt x="7787196" y="1434029"/>
                  </a:lnTo>
                  <a:lnTo>
                    <a:pt x="7808068" y="1441192"/>
                  </a:lnTo>
                  <a:lnTo>
                    <a:pt x="7829097" y="1448355"/>
                  </a:lnTo>
                  <a:lnTo>
                    <a:pt x="7850363" y="1455046"/>
                  </a:lnTo>
                  <a:lnTo>
                    <a:pt x="7862590" y="1459755"/>
                  </a:lnTo>
                  <a:lnTo>
                    <a:pt x="7876391" y="1464386"/>
                  </a:lnTo>
                  <a:lnTo>
                    <a:pt x="7887673" y="1467915"/>
                  </a:lnTo>
                  <a:lnTo>
                    <a:pt x="7892344" y="1469319"/>
                  </a:lnTo>
                  <a:lnTo>
                    <a:pt x="7916535" y="1458863"/>
                  </a:lnTo>
                  <a:lnTo>
                    <a:pt x="7940411" y="1446125"/>
                  </a:lnTo>
                  <a:lnTo>
                    <a:pt x="7964603" y="1434488"/>
                  </a:lnTo>
                  <a:lnTo>
                    <a:pt x="7989739" y="1427338"/>
                  </a:lnTo>
                  <a:lnTo>
                    <a:pt x="8026721" y="1430828"/>
                  </a:lnTo>
                  <a:lnTo>
                    <a:pt x="8074644" y="1443921"/>
                  </a:lnTo>
                  <a:lnTo>
                    <a:pt x="8122095" y="1459217"/>
                  </a:lnTo>
                  <a:lnTo>
                    <a:pt x="8157661" y="1469319"/>
                  </a:lnTo>
                  <a:lnTo>
                    <a:pt x="8207413" y="1465543"/>
                  </a:lnTo>
                  <a:lnTo>
                    <a:pt x="8257088" y="1461675"/>
                  </a:lnTo>
                  <a:lnTo>
                    <a:pt x="8306696" y="1457862"/>
                  </a:lnTo>
                  <a:lnTo>
                    <a:pt x="8356249" y="1454251"/>
                  </a:lnTo>
                  <a:lnTo>
                    <a:pt x="8405759" y="1450988"/>
                  </a:lnTo>
                  <a:lnTo>
                    <a:pt x="8455236" y="1448221"/>
                  </a:lnTo>
                  <a:lnTo>
                    <a:pt x="8504693" y="1446096"/>
                  </a:lnTo>
                  <a:lnTo>
                    <a:pt x="8554141" y="1444760"/>
                  </a:lnTo>
                  <a:lnTo>
                    <a:pt x="8603591" y="1444359"/>
                  </a:lnTo>
                  <a:lnTo>
                    <a:pt x="8653054" y="1445040"/>
                  </a:lnTo>
                  <a:lnTo>
                    <a:pt x="8702543" y="1446951"/>
                  </a:lnTo>
                  <a:lnTo>
                    <a:pt x="8752069" y="1450237"/>
                  </a:lnTo>
                  <a:lnTo>
                    <a:pt x="8801643" y="1455046"/>
                  </a:lnTo>
                  <a:lnTo>
                    <a:pt x="8829658" y="1454468"/>
                  </a:lnTo>
                  <a:lnTo>
                    <a:pt x="8865818" y="1454276"/>
                  </a:lnTo>
                  <a:lnTo>
                    <a:pt x="8908824" y="1454258"/>
                  </a:lnTo>
                  <a:lnTo>
                    <a:pt x="8957375" y="1454206"/>
                  </a:lnTo>
                  <a:lnTo>
                    <a:pt x="9010170" y="1453909"/>
                  </a:lnTo>
                  <a:lnTo>
                    <a:pt x="9065910" y="1453156"/>
                  </a:lnTo>
                  <a:lnTo>
                    <a:pt x="9123294" y="1451740"/>
                  </a:lnTo>
                  <a:lnTo>
                    <a:pt x="9181022" y="1449448"/>
                  </a:lnTo>
                  <a:lnTo>
                    <a:pt x="9237794" y="1446072"/>
                  </a:lnTo>
                  <a:lnTo>
                    <a:pt x="9292310" y="1441402"/>
                  </a:lnTo>
                  <a:lnTo>
                    <a:pt x="9343268" y="1435227"/>
                  </a:lnTo>
                  <a:lnTo>
                    <a:pt x="9389370" y="1427338"/>
                  </a:lnTo>
                  <a:lnTo>
                    <a:pt x="9430139" y="1415601"/>
                  </a:lnTo>
                  <a:lnTo>
                    <a:pt x="9478237" y="1397489"/>
                  </a:lnTo>
                  <a:lnTo>
                    <a:pt x="9530300" y="1375985"/>
                  </a:lnTo>
                  <a:lnTo>
                    <a:pt x="9582966" y="1354069"/>
                  </a:lnTo>
                  <a:lnTo>
                    <a:pt x="9632870" y="1334724"/>
                  </a:lnTo>
                  <a:lnTo>
                    <a:pt x="9676649" y="1320930"/>
                  </a:lnTo>
                  <a:lnTo>
                    <a:pt x="9710941" y="1315670"/>
                  </a:lnTo>
                </a:path>
              </a:pathLst>
            </a:custGeom>
            <a:ln w="83961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561607" y="6213122"/>
              <a:ext cx="658495" cy="262255"/>
            </a:xfrm>
            <a:custGeom>
              <a:avLst/>
              <a:gdLst/>
              <a:ahLst/>
              <a:cxnLst/>
              <a:rect l="l" t="t" r="r" b="b"/>
              <a:pathLst>
                <a:path w="658495" h="262254">
                  <a:moveTo>
                    <a:pt x="0" y="261958"/>
                  </a:moveTo>
                  <a:lnTo>
                    <a:pt x="658255" y="0"/>
                  </a:lnTo>
                </a:path>
              </a:pathLst>
            </a:custGeom>
            <a:ln w="6297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911724" y="2522191"/>
              <a:ext cx="153670" cy="266700"/>
            </a:xfrm>
            <a:custGeom>
              <a:avLst/>
              <a:gdLst/>
              <a:ahLst/>
              <a:cxnLst/>
              <a:rect l="l" t="t" r="r" b="b"/>
              <a:pathLst>
                <a:path w="153670" h="266700">
                  <a:moveTo>
                    <a:pt x="153648" y="266156"/>
                  </a:moveTo>
                  <a:lnTo>
                    <a:pt x="0" y="0"/>
                  </a:lnTo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555706" y="3106561"/>
              <a:ext cx="344170" cy="509905"/>
            </a:xfrm>
            <a:custGeom>
              <a:avLst/>
              <a:gdLst/>
              <a:ahLst/>
              <a:cxnLst/>
              <a:rect l="l" t="t" r="r" b="b"/>
              <a:pathLst>
                <a:path w="344170" h="509904">
                  <a:moveTo>
                    <a:pt x="335844" y="0"/>
                  </a:moveTo>
                  <a:lnTo>
                    <a:pt x="339713" y="58517"/>
                  </a:lnTo>
                  <a:lnTo>
                    <a:pt x="342615" y="114899"/>
                  </a:lnTo>
                  <a:lnTo>
                    <a:pt x="343582" y="167210"/>
                  </a:lnTo>
                  <a:lnTo>
                    <a:pt x="341647" y="213516"/>
                  </a:lnTo>
                  <a:lnTo>
                    <a:pt x="335844" y="251883"/>
                  </a:lnTo>
                  <a:lnTo>
                    <a:pt x="320600" y="284838"/>
                  </a:lnTo>
                  <a:lnTo>
                    <a:pt x="298901" y="304568"/>
                  </a:lnTo>
                  <a:lnTo>
                    <a:pt x="274684" y="318947"/>
                  </a:lnTo>
                  <a:lnTo>
                    <a:pt x="251883" y="335844"/>
                  </a:lnTo>
                  <a:lnTo>
                    <a:pt x="230617" y="356755"/>
                  </a:lnTo>
                  <a:lnTo>
                    <a:pt x="209587" y="377824"/>
                  </a:lnTo>
                  <a:lnTo>
                    <a:pt x="188715" y="398893"/>
                  </a:lnTo>
                  <a:lnTo>
                    <a:pt x="167922" y="419805"/>
                  </a:lnTo>
                  <a:lnTo>
                    <a:pt x="146656" y="442606"/>
                  </a:lnTo>
                  <a:lnTo>
                    <a:pt x="125626" y="466823"/>
                  </a:lnTo>
                  <a:lnTo>
                    <a:pt x="104754" y="488522"/>
                  </a:lnTo>
                  <a:lnTo>
                    <a:pt x="83961" y="503766"/>
                  </a:lnTo>
                  <a:lnTo>
                    <a:pt x="60688" y="509788"/>
                  </a:lnTo>
                  <a:lnTo>
                    <a:pt x="36313" y="509119"/>
                  </a:lnTo>
                  <a:lnTo>
                    <a:pt x="14771" y="505773"/>
                  </a:lnTo>
                  <a:lnTo>
                    <a:pt x="0" y="503766"/>
                  </a:lnTo>
                </a:path>
              </a:pathLst>
            </a:custGeom>
            <a:ln w="6297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52154" y="3547076"/>
              <a:ext cx="131539" cy="126501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6712584" y="6354910"/>
            <a:ext cx="169608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Cluster-188: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193,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190,</a:t>
            </a:r>
            <a:r>
              <a:rPr sz="850" b="1" spc="7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195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28845" y="741094"/>
            <a:ext cx="9648825" cy="6249035"/>
            <a:chOff x="328845" y="741094"/>
            <a:chExt cx="9648825" cy="6249035"/>
          </a:xfrm>
        </p:grpSpPr>
        <p:sp>
          <p:nvSpPr>
            <p:cNvPr id="108" name="object 108"/>
            <p:cNvSpPr/>
            <p:nvPr/>
          </p:nvSpPr>
          <p:spPr>
            <a:xfrm>
              <a:off x="6783218" y="5920937"/>
              <a:ext cx="554990" cy="79375"/>
            </a:xfrm>
            <a:custGeom>
              <a:avLst/>
              <a:gdLst/>
              <a:ahLst/>
              <a:cxnLst/>
              <a:rect l="l" t="t" r="r" b="b"/>
              <a:pathLst>
                <a:path w="554990" h="79375">
                  <a:moveTo>
                    <a:pt x="0" y="0"/>
                  </a:moveTo>
                  <a:lnTo>
                    <a:pt x="554982" y="78923"/>
                  </a:lnTo>
                </a:path>
              </a:pathLst>
            </a:custGeom>
            <a:ln w="559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35747" y="5971873"/>
              <a:ext cx="191991" cy="30617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12191" y="1703291"/>
              <a:ext cx="130699" cy="12650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350117" y="3381113"/>
              <a:ext cx="7206615" cy="3587750"/>
            </a:xfrm>
            <a:custGeom>
              <a:avLst/>
              <a:gdLst/>
              <a:ahLst/>
              <a:cxnLst/>
              <a:rect l="l" t="t" r="r" b="b"/>
              <a:pathLst>
                <a:path w="7206615" h="3587750">
                  <a:moveTo>
                    <a:pt x="0" y="1908436"/>
                  </a:moveTo>
                  <a:lnTo>
                    <a:pt x="2924365" y="3587658"/>
                  </a:lnTo>
                </a:path>
                <a:path w="7206615" h="3587750">
                  <a:moveTo>
                    <a:pt x="2336637" y="3251813"/>
                  </a:moveTo>
                  <a:lnTo>
                    <a:pt x="3862211" y="1740513"/>
                  </a:lnTo>
                </a:path>
                <a:path w="7206615" h="3587750">
                  <a:moveTo>
                    <a:pt x="3862211" y="1740513"/>
                  </a:moveTo>
                  <a:lnTo>
                    <a:pt x="3655666" y="0"/>
                  </a:lnTo>
                </a:path>
                <a:path w="7206615" h="3587750">
                  <a:moveTo>
                    <a:pt x="489493" y="481097"/>
                  </a:moveTo>
                  <a:lnTo>
                    <a:pt x="0" y="1908436"/>
                  </a:lnTo>
                </a:path>
                <a:path w="7206615" h="3587750">
                  <a:moveTo>
                    <a:pt x="2938638" y="3587658"/>
                  </a:moveTo>
                  <a:lnTo>
                    <a:pt x="5779043" y="3503697"/>
                  </a:lnTo>
                </a:path>
                <a:path w="7206615" h="3587750">
                  <a:moveTo>
                    <a:pt x="6830236" y="1586864"/>
                  </a:moveTo>
                  <a:lnTo>
                    <a:pt x="7206381" y="900902"/>
                  </a:lnTo>
                </a:path>
                <a:path w="7206615" h="3587750">
                  <a:moveTo>
                    <a:pt x="6870537" y="1572591"/>
                  </a:moveTo>
                  <a:lnTo>
                    <a:pt x="3862211" y="1740513"/>
                  </a:lnTo>
                </a:path>
                <a:path w="7206615" h="3587750">
                  <a:moveTo>
                    <a:pt x="5275276" y="1656552"/>
                  </a:moveTo>
                  <a:lnTo>
                    <a:pt x="5275276" y="565058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877277" y="3461716"/>
              <a:ext cx="4079240" cy="316865"/>
            </a:xfrm>
            <a:custGeom>
              <a:avLst/>
              <a:gdLst/>
              <a:ahLst/>
              <a:cxnLst/>
              <a:rect l="l" t="t" r="r" b="b"/>
              <a:pathLst>
                <a:path w="4079240" h="316864">
                  <a:moveTo>
                    <a:pt x="0" y="316533"/>
                  </a:moveTo>
                  <a:lnTo>
                    <a:pt x="4078830" y="0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39611" y="762366"/>
              <a:ext cx="9116695" cy="5793740"/>
            </a:xfrm>
            <a:custGeom>
              <a:avLst/>
              <a:gdLst/>
              <a:ahLst/>
              <a:cxnLst/>
              <a:rect l="l" t="t" r="r" b="b"/>
              <a:pathLst>
                <a:path w="9116695" h="5793740">
                  <a:moveTo>
                    <a:pt x="7848684" y="1667467"/>
                  </a:moveTo>
                  <a:lnTo>
                    <a:pt x="9116497" y="1667467"/>
                  </a:lnTo>
                </a:path>
                <a:path w="9116695" h="5793740">
                  <a:moveTo>
                    <a:pt x="2373580" y="2381137"/>
                  </a:moveTo>
                  <a:lnTo>
                    <a:pt x="0" y="3099844"/>
                  </a:lnTo>
                </a:path>
                <a:path w="9116695" h="5793740">
                  <a:moveTo>
                    <a:pt x="7848684" y="0"/>
                  </a:moveTo>
                  <a:lnTo>
                    <a:pt x="9116497" y="0"/>
                  </a:lnTo>
                </a:path>
                <a:path w="9116695" h="5793740">
                  <a:moveTo>
                    <a:pt x="7608555" y="5793316"/>
                  </a:moveTo>
                  <a:lnTo>
                    <a:pt x="9116497" y="5793316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69700" y="6430301"/>
              <a:ext cx="130699" cy="12566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35511" y="5657019"/>
              <a:ext cx="131539" cy="125661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84554" y="1532010"/>
              <a:ext cx="130699" cy="12650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7556499" y="4254309"/>
              <a:ext cx="2399665" cy="27940"/>
            </a:xfrm>
            <a:custGeom>
              <a:avLst/>
              <a:gdLst/>
              <a:ahLst/>
              <a:cxnLst/>
              <a:rect l="l" t="t" r="r" b="b"/>
              <a:pathLst>
                <a:path w="2399665" h="27939">
                  <a:moveTo>
                    <a:pt x="2399608" y="0"/>
                  </a:moveTo>
                  <a:lnTo>
                    <a:pt x="0" y="27707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862141" y="4334072"/>
              <a:ext cx="437515" cy="437515"/>
            </a:xfrm>
            <a:custGeom>
              <a:avLst/>
              <a:gdLst/>
              <a:ahLst/>
              <a:cxnLst/>
              <a:rect l="l" t="t" r="r" b="b"/>
              <a:pathLst>
                <a:path w="437515" h="437514">
                  <a:moveTo>
                    <a:pt x="437437" y="219138"/>
                  </a:moveTo>
                  <a:lnTo>
                    <a:pt x="431643" y="168930"/>
                  </a:lnTo>
                  <a:lnTo>
                    <a:pt x="415142" y="122820"/>
                  </a:lnTo>
                  <a:lnTo>
                    <a:pt x="389256" y="82130"/>
                  </a:lnTo>
                  <a:lnTo>
                    <a:pt x="355307" y="48180"/>
                  </a:lnTo>
                  <a:lnTo>
                    <a:pt x="314616" y="22294"/>
                  </a:lnTo>
                  <a:lnTo>
                    <a:pt x="268506" y="5794"/>
                  </a:lnTo>
                  <a:lnTo>
                    <a:pt x="218298" y="0"/>
                  </a:lnTo>
                  <a:lnTo>
                    <a:pt x="168137" y="5794"/>
                  </a:lnTo>
                  <a:lnTo>
                    <a:pt x="122147" y="22294"/>
                  </a:lnTo>
                  <a:lnTo>
                    <a:pt x="81620" y="48180"/>
                  </a:lnTo>
                  <a:lnTo>
                    <a:pt x="47850" y="82130"/>
                  </a:lnTo>
                  <a:lnTo>
                    <a:pt x="22128" y="122820"/>
                  </a:lnTo>
                  <a:lnTo>
                    <a:pt x="5747" y="168930"/>
                  </a:lnTo>
                  <a:lnTo>
                    <a:pt x="0" y="219138"/>
                  </a:lnTo>
                  <a:lnTo>
                    <a:pt x="5747" y="269299"/>
                  </a:lnTo>
                  <a:lnTo>
                    <a:pt x="22128" y="315289"/>
                  </a:lnTo>
                  <a:lnTo>
                    <a:pt x="47850" y="355816"/>
                  </a:lnTo>
                  <a:lnTo>
                    <a:pt x="81620" y="389586"/>
                  </a:lnTo>
                  <a:lnTo>
                    <a:pt x="122147" y="415308"/>
                  </a:lnTo>
                  <a:lnTo>
                    <a:pt x="168137" y="431689"/>
                  </a:lnTo>
                  <a:lnTo>
                    <a:pt x="218298" y="437437"/>
                  </a:lnTo>
                  <a:lnTo>
                    <a:pt x="268506" y="431689"/>
                  </a:lnTo>
                  <a:lnTo>
                    <a:pt x="314616" y="415308"/>
                  </a:lnTo>
                  <a:lnTo>
                    <a:pt x="355307" y="389586"/>
                  </a:lnTo>
                  <a:lnTo>
                    <a:pt x="389256" y="355816"/>
                  </a:lnTo>
                  <a:lnTo>
                    <a:pt x="415142" y="315289"/>
                  </a:lnTo>
                  <a:lnTo>
                    <a:pt x="431643" y="269299"/>
                  </a:lnTo>
                  <a:lnTo>
                    <a:pt x="437437" y="21913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862141" y="4334072"/>
              <a:ext cx="437515" cy="437515"/>
            </a:xfrm>
            <a:custGeom>
              <a:avLst/>
              <a:gdLst/>
              <a:ahLst/>
              <a:cxnLst/>
              <a:rect l="l" t="t" r="r" b="b"/>
              <a:pathLst>
                <a:path w="437515" h="437514">
                  <a:moveTo>
                    <a:pt x="218298" y="0"/>
                  </a:moveTo>
                  <a:lnTo>
                    <a:pt x="168137" y="5794"/>
                  </a:lnTo>
                  <a:lnTo>
                    <a:pt x="122147" y="22294"/>
                  </a:lnTo>
                  <a:lnTo>
                    <a:pt x="81620" y="48180"/>
                  </a:lnTo>
                  <a:lnTo>
                    <a:pt x="47850" y="82130"/>
                  </a:lnTo>
                  <a:lnTo>
                    <a:pt x="22128" y="122820"/>
                  </a:lnTo>
                  <a:lnTo>
                    <a:pt x="5747" y="168930"/>
                  </a:lnTo>
                  <a:lnTo>
                    <a:pt x="0" y="219138"/>
                  </a:lnTo>
                  <a:lnTo>
                    <a:pt x="5747" y="269299"/>
                  </a:lnTo>
                  <a:lnTo>
                    <a:pt x="22128" y="315289"/>
                  </a:lnTo>
                  <a:lnTo>
                    <a:pt x="47850" y="355816"/>
                  </a:lnTo>
                  <a:lnTo>
                    <a:pt x="81620" y="389586"/>
                  </a:lnTo>
                  <a:lnTo>
                    <a:pt x="122147" y="415308"/>
                  </a:lnTo>
                  <a:lnTo>
                    <a:pt x="168137" y="431689"/>
                  </a:lnTo>
                  <a:lnTo>
                    <a:pt x="218298" y="437437"/>
                  </a:lnTo>
                  <a:lnTo>
                    <a:pt x="268506" y="431689"/>
                  </a:lnTo>
                  <a:lnTo>
                    <a:pt x="314616" y="415308"/>
                  </a:lnTo>
                  <a:lnTo>
                    <a:pt x="355307" y="389586"/>
                  </a:lnTo>
                  <a:lnTo>
                    <a:pt x="389256" y="355816"/>
                  </a:lnTo>
                  <a:lnTo>
                    <a:pt x="415142" y="315289"/>
                  </a:lnTo>
                  <a:lnTo>
                    <a:pt x="431643" y="269299"/>
                  </a:lnTo>
                  <a:lnTo>
                    <a:pt x="437437" y="219138"/>
                  </a:lnTo>
                  <a:lnTo>
                    <a:pt x="431643" y="168930"/>
                  </a:lnTo>
                  <a:lnTo>
                    <a:pt x="415142" y="122820"/>
                  </a:lnTo>
                  <a:lnTo>
                    <a:pt x="389256" y="82130"/>
                  </a:lnTo>
                  <a:lnTo>
                    <a:pt x="355307" y="48180"/>
                  </a:lnTo>
                  <a:lnTo>
                    <a:pt x="314616" y="22294"/>
                  </a:lnTo>
                  <a:lnTo>
                    <a:pt x="268506" y="5794"/>
                  </a:lnTo>
                  <a:lnTo>
                    <a:pt x="218298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5646906" y="4051017"/>
            <a:ext cx="1623695" cy="7969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000125" marR="30480">
              <a:lnSpc>
                <a:spcPct val="104299"/>
              </a:lnSpc>
              <a:spcBef>
                <a:spcPts val="85"/>
              </a:spcBef>
            </a:pPr>
            <a:r>
              <a:rPr sz="850" b="1" dirty="0">
                <a:latin typeface="Arial"/>
                <a:cs typeface="Arial"/>
              </a:rPr>
              <a:t>Cluster-</a:t>
            </a:r>
            <a:r>
              <a:rPr sz="850" b="1" spc="-25" dirty="0">
                <a:latin typeface="Arial"/>
                <a:cs typeface="Arial"/>
              </a:rPr>
              <a:t>69: </a:t>
            </a:r>
            <a:r>
              <a:rPr sz="850" b="1" dirty="0">
                <a:latin typeface="Arial"/>
                <a:cs typeface="Arial"/>
              </a:rPr>
              <a:t>GF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-</a:t>
            </a:r>
            <a:r>
              <a:rPr sz="850" b="1" spc="-25" dirty="0">
                <a:latin typeface="Arial"/>
                <a:cs typeface="Arial"/>
              </a:rPr>
              <a:t>114</a:t>
            </a:r>
            <a:endParaRPr sz="850">
              <a:latin typeface="Arial"/>
              <a:cs typeface="Arial"/>
            </a:endParaRPr>
          </a:p>
          <a:p>
            <a:pPr marL="38100">
              <a:lnSpc>
                <a:spcPts val="2030"/>
              </a:lnSpc>
              <a:spcBef>
                <a:spcPts val="970"/>
              </a:spcBef>
            </a:pPr>
            <a:r>
              <a:rPr sz="850" b="1" dirty="0">
                <a:latin typeface="Arial"/>
                <a:cs typeface="Arial"/>
              </a:rPr>
              <a:t>Cluster97: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GF-97,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158,</a:t>
            </a:r>
            <a:r>
              <a:rPr sz="850" b="1" spc="375" dirty="0">
                <a:latin typeface="Arial"/>
                <a:cs typeface="Arial"/>
              </a:rPr>
              <a:t> </a:t>
            </a:r>
            <a:r>
              <a:rPr sz="2625" b="1" spc="-37" baseline="9523" dirty="0">
                <a:latin typeface="Arial"/>
                <a:cs typeface="Arial"/>
              </a:rPr>
              <a:t>Q7</a:t>
            </a:r>
            <a:endParaRPr sz="2625" baseline="9523">
              <a:latin typeface="Arial"/>
              <a:cs typeface="Arial"/>
            </a:endParaRPr>
          </a:p>
          <a:p>
            <a:pPr marL="38100">
              <a:lnSpc>
                <a:spcPts val="950"/>
              </a:lnSpc>
            </a:pP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129,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139,</a:t>
            </a:r>
            <a:r>
              <a:rPr sz="850" b="1" spc="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144,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160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3673376" y="5586849"/>
            <a:ext cx="452120" cy="452120"/>
            <a:chOff x="3673376" y="5586849"/>
            <a:chExt cx="452120" cy="452120"/>
          </a:xfrm>
        </p:grpSpPr>
        <p:sp>
          <p:nvSpPr>
            <p:cNvPr id="122" name="object 122"/>
            <p:cNvSpPr/>
            <p:nvPr/>
          </p:nvSpPr>
          <p:spPr>
            <a:xfrm>
              <a:off x="3689251" y="5602724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70">
                  <a:moveTo>
                    <a:pt x="419805" y="209902"/>
                  </a:moveTo>
                  <a:lnTo>
                    <a:pt x="414258" y="161792"/>
                  </a:lnTo>
                  <a:lnTo>
                    <a:pt x="398460" y="117618"/>
                  </a:lnTo>
                  <a:lnTo>
                    <a:pt x="373673" y="78644"/>
                  </a:lnTo>
                  <a:lnTo>
                    <a:pt x="341161" y="46132"/>
                  </a:lnTo>
                  <a:lnTo>
                    <a:pt x="302186" y="21345"/>
                  </a:lnTo>
                  <a:lnTo>
                    <a:pt x="258012" y="5546"/>
                  </a:lnTo>
                  <a:lnTo>
                    <a:pt x="209902" y="0"/>
                  </a:lnTo>
                  <a:lnTo>
                    <a:pt x="161792" y="5546"/>
                  </a:lnTo>
                  <a:lnTo>
                    <a:pt x="117618" y="21345"/>
                  </a:lnTo>
                  <a:lnTo>
                    <a:pt x="78644" y="46132"/>
                  </a:lnTo>
                  <a:lnTo>
                    <a:pt x="46132" y="78644"/>
                  </a:lnTo>
                  <a:lnTo>
                    <a:pt x="21345" y="117618"/>
                  </a:lnTo>
                  <a:lnTo>
                    <a:pt x="5546" y="161792"/>
                  </a:lnTo>
                  <a:lnTo>
                    <a:pt x="0" y="209902"/>
                  </a:lnTo>
                  <a:lnTo>
                    <a:pt x="5546" y="258012"/>
                  </a:lnTo>
                  <a:lnTo>
                    <a:pt x="21345" y="302186"/>
                  </a:lnTo>
                  <a:lnTo>
                    <a:pt x="46132" y="341161"/>
                  </a:lnTo>
                  <a:lnTo>
                    <a:pt x="78644" y="373673"/>
                  </a:lnTo>
                  <a:lnTo>
                    <a:pt x="117618" y="398460"/>
                  </a:lnTo>
                  <a:lnTo>
                    <a:pt x="161792" y="414258"/>
                  </a:lnTo>
                  <a:lnTo>
                    <a:pt x="209902" y="419805"/>
                  </a:lnTo>
                  <a:lnTo>
                    <a:pt x="258012" y="414258"/>
                  </a:lnTo>
                  <a:lnTo>
                    <a:pt x="302186" y="398460"/>
                  </a:lnTo>
                  <a:lnTo>
                    <a:pt x="341161" y="373673"/>
                  </a:lnTo>
                  <a:lnTo>
                    <a:pt x="373673" y="341161"/>
                  </a:lnTo>
                  <a:lnTo>
                    <a:pt x="398460" y="302186"/>
                  </a:lnTo>
                  <a:lnTo>
                    <a:pt x="414258" y="258012"/>
                  </a:lnTo>
                  <a:lnTo>
                    <a:pt x="419805" y="20990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689251" y="5602724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70">
                  <a:moveTo>
                    <a:pt x="209902" y="0"/>
                  </a:moveTo>
                  <a:lnTo>
                    <a:pt x="161792" y="5546"/>
                  </a:lnTo>
                  <a:lnTo>
                    <a:pt x="117618" y="21345"/>
                  </a:lnTo>
                  <a:lnTo>
                    <a:pt x="78644" y="46132"/>
                  </a:lnTo>
                  <a:lnTo>
                    <a:pt x="46132" y="78644"/>
                  </a:lnTo>
                  <a:lnTo>
                    <a:pt x="21345" y="117618"/>
                  </a:lnTo>
                  <a:lnTo>
                    <a:pt x="5546" y="161792"/>
                  </a:lnTo>
                  <a:lnTo>
                    <a:pt x="0" y="209902"/>
                  </a:lnTo>
                  <a:lnTo>
                    <a:pt x="5546" y="258012"/>
                  </a:lnTo>
                  <a:lnTo>
                    <a:pt x="21345" y="302186"/>
                  </a:lnTo>
                  <a:lnTo>
                    <a:pt x="46132" y="341161"/>
                  </a:lnTo>
                  <a:lnTo>
                    <a:pt x="78644" y="373673"/>
                  </a:lnTo>
                  <a:lnTo>
                    <a:pt x="117618" y="398460"/>
                  </a:lnTo>
                  <a:lnTo>
                    <a:pt x="161792" y="414258"/>
                  </a:lnTo>
                  <a:lnTo>
                    <a:pt x="209902" y="419805"/>
                  </a:lnTo>
                  <a:lnTo>
                    <a:pt x="258012" y="414258"/>
                  </a:lnTo>
                  <a:lnTo>
                    <a:pt x="302186" y="398460"/>
                  </a:lnTo>
                  <a:lnTo>
                    <a:pt x="341161" y="373673"/>
                  </a:lnTo>
                  <a:lnTo>
                    <a:pt x="373673" y="341161"/>
                  </a:lnTo>
                  <a:lnTo>
                    <a:pt x="398460" y="302186"/>
                  </a:lnTo>
                  <a:lnTo>
                    <a:pt x="414258" y="258012"/>
                  </a:lnTo>
                  <a:lnTo>
                    <a:pt x="419805" y="209902"/>
                  </a:lnTo>
                  <a:lnTo>
                    <a:pt x="414258" y="161792"/>
                  </a:lnTo>
                  <a:lnTo>
                    <a:pt x="398460" y="117618"/>
                  </a:lnTo>
                  <a:lnTo>
                    <a:pt x="373673" y="78644"/>
                  </a:lnTo>
                  <a:lnTo>
                    <a:pt x="341161" y="46132"/>
                  </a:lnTo>
                  <a:lnTo>
                    <a:pt x="302186" y="21345"/>
                  </a:lnTo>
                  <a:lnTo>
                    <a:pt x="258012" y="5546"/>
                  </a:lnTo>
                  <a:lnTo>
                    <a:pt x="209902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3737842" y="5659712"/>
            <a:ext cx="32512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25" dirty="0">
                <a:latin typeface="Arial"/>
                <a:cs typeface="Arial"/>
              </a:rPr>
              <a:t>Q8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5816063" y="5748054"/>
            <a:ext cx="467995" cy="466725"/>
            <a:chOff x="5816063" y="5748054"/>
            <a:chExt cx="467995" cy="466725"/>
          </a:xfrm>
        </p:grpSpPr>
        <p:sp>
          <p:nvSpPr>
            <p:cNvPr id="126" name="object 126"/>
            <p:cNvSpPr/>
            <p:nvPr/>
          </p:nvSpPr>
          <p:spPr>
            <a:xfrm>
              <a:off x="5831938" y="5763929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>
                  <a:moveTo>
                    <a:pt x="435758" y="217459"/>
                  </a:moveTo>
                  <a:lnTo>
                    <a:pt x="429966" y="167608"/>
                  </a:lnTo>
                  <a:lnTo>
                    <a:pt x="413482" y="121841"/>
                  </a:lnTo>
                  <a:lnTo>
                    <a:pt x="387643" y="81464"/>
                  </a:lnTo>
                  <a:lnTo>
                    <a:pt x="353784" y="47784"/>
                  </a:lnTo>
                  <a:lnTo>
                    <a:pt x="313243" y="22108"/>
                  </a:lnTo>
                  <a:lnTo>
                    <a:pt x="267356" y="5745"/>
                  </a:lnTo>
                  <a:lnTo>
                    <a:pt x="217459" y="0"/>
                  </a:lnTo>
                  <a:lnTo>
                    <a:pt x="167608" y="5745"/>
                  </a:lnTo>
                  <a:lnTo>
                    <a:pt x="121841" y="22108"/>
                  </a:lnTo>
                  <a:lnTo>
                    <a:pt x="81464" y="47784"/>
                  </a:lnTo>
                  <a:lnTo>
                    <a:pt x="47784" y="81464"/>
                  </a:lnTo>
                  <a:lnTo>
                    <a:pt x="22108" y="121841"/>
                  </a:lnTo>
                  <a:lnTo>
                    <a:pt x="5745" y="167608"/>
                  </a:lnTo>
                  <a:lnTo>
                    <a:pt x="0" y="217459"/>
                  </a:lnTo>
                  <a:lnTo>
                    <a:pt x="5745" y="267309"/>
                  </a:lnTo>
                  <a:lnTo>
                    <a:pt x="22108" y="313077"/>
                  </a:lnTo>
                  <a:lnTo>
                    <a:pt x="47784" y="353454"/>
                  </a:lnTo>
                  <a:lnTo>
                    <a:pt x="81464" y="387134"/>
                  </a:lnTo>
                  <a:lnTo>
                    <a:pt x="121841" y="412809"/>
                  </a:lnTo>
                  <a:lnTo>
                    <a:pt x="167608" y="429173"/>
                  </a:lnTo>
                  <a:lnTo>
                    <a:pt x="217459" y="434918"/>
                  </a:lnTo>
                  <a:lnTo>
                    <a:pt x="267356" y="429173"/>
                  </a:lnTo>
                  <a:lnTo>
                    <a:pt x="313243" y="412809"/>
                  </a:lnTo>
                  <a:lnTo>
                    <a:pt x="353784" y="387134"/>
                  </a:lnTo>
                  <a:lnTo>
                    <a:pt x="387643" y="353454"/>
                  </a:lnTo>
                  <a:lnTo>
                    <a:pt x="413482" y="313077"/>
                  </a:lnTo>
                  <a:lnTo>
                    <a:pt x="429966" y="267309"/>
                  </a:lnTo>
                  <a:lnTo>
                    <a:pt x="435758" y="217459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831938" y="5763929"/>
              <a:ext cx="436245" cy="434975"/>
            </a:xfrm>
            <a:custGeom>
              <a:avLst/>
              <a:gdLst/>
              <a:ahLst/>
              <a:cxnLst/>
              <a:rect l="l" t="t" r="r" b="b"/>
              <a:pathLst>
                <a:path w="436245" h="434975">
                  <a:moveTo>
                    <a:pt x="217459" y="0"/>
                  </a:moveTo>
                  <a:lnTo>
                    <a:pt x="167608" y="5745"/>
                  </a:lnTo>
                  <a:lnTo>
                    <a:pt x="121841" y="22108"/>
                  </a:lnTo>
                  <a:lnTo>
                    <a:pt x="81464" y="47784"/>
                  </a:lnTo>
                  <a:lnTo>
                    <a:pt x="47784" y="81464"/>
                  </a:lnTo>
                  <a:lnTo>
                    <a:pt x="22108" y="121841"/>
                  </a:lnTo>
                  <a:lnTo>
                    <a:pt x="5745" y="167608"/>
                  </a:lnTo>
                  <a:lnTo>
                    <a:pt x="0" y="217459"/>
                  </a:lnTo>
                  <a:lnTo>
                    <a:pt x="5745" y="267309"/>
                  </a:lnTo>
                  <a:lnTo>
                    <a:pt x="22108" y="313077"/>
                  </a:lnTo>
                  <a:lnTo>
                    <a:pt x="47784" y="353454"/>
                  </a:lnTo>
                  <a:lnTo>
                    <a:pt x="81464" y="387134"/>
                  </a:lnTo>
                  <a:lnTo>
                    <a:pt x="121841" y="412809"/>
                  </a:lnTo>
                  <a:lnTo>
                    <a:pt x="167608" y="429173"/>
                  </a:lnTo>
                  <a:lnTo>
                    <a:pt x="217459" y="434918"/>
                  </a:lnTo>
                  <a:lnTo>
                    <a:pt x="267356" y="429173"/>
                  </a:lnTo>
                  <a:lnTo>
                    <a:pt x="313243" y="412809"/>
                  </a:lnTo>
                  <a:lnTo>
                    <a:pt x="353784" y="387134"/>
                  </a:lnTo>
                  <a:lnTo>
                    <a:pt x="387643" y="353454"/>
                  </a:lnTo>
                  <a:lnTo>
                    <a:pt x="413482" y="313077"/>
                  </a:lnTo>
                  <a:lnTo>
                    <a:pt x="429966" y="267309"/>
                  </a:lnTo>
                  <a:lnTo>
                    <a:pt x="435758" y="217459"/>
                  </a:lnTo>
                  <a:lnTo>
                    <a:pt x="429966" y="167608"/>
                  </a:lnTo>
                  <a:lnTo>
                    <a:pt x="413482" y="121841"/>
                  </a:lnTo>
                  <a:lnTo>
                    <a:pt x="387643" y="81464"/>
                  </a:lnTo>
                  <a:lnTo>
                    <a:pt x="353784" y="47784"/>
                  </a:lnTo>
                  <a:lnTo>
                    <a:pt x="313243" y="22108"/>
                  </a:lnTo>
                  <a:lnTo>
                    <a:pt x="267356" y="5745"/>
                  </a:lnTo>
                  <a:lnTo>
                    <a:pt x="217459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5887246" y="5829313"/>
            <a:ext cx="32512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25" dirty="0">
                <a:latin typeface="Arial"/>
                <a:cs typeface="Arial"/>
              </a:rPr>
              <a:t>Q3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88953" y="5349239"/>
            <a:ext cx="508000" cy="439420"/>
            <a:chOff x="8988953" y="5349239"/>
            <a:chExt cx="508000" cy="439420"/>
          </a:xfrm>
        </p:grpSpPr>
        <p:sp>
          <p:nvSpPr>
            <p:cNvPr id="130" name="object 130"/>
            <p:cNvSpPr/>
            <p:nvPr/>
          </p:nvSpPr>
          <p:spPr>
            <a:xfrm>
              <a:off x="9004828" y="5365114"/>
              <a:ext cx="476250" cy="407670"/>
            </a:xfrm>
            <a:custGeom>
              <a:avLst/>
              <a:gdLst/>
              <a:ahLst/>
              <a:cxnLst/>
              <a:rect l="l" t="t" r="r" b="b"/>
              <a:pathLst>
                <a:path w="476250" h="407670">
                  <a:moveTo>
                    <a:pt x="476059" y="203185"/>
                  </a:moveTo>
                  <a:lnTo>
                    <a:pt x="471220" y="162153"/>
                  </a:lnTo>
                  <a:lnTo>
                    <a:pt x="457338" y="123973"/>
                  </a:lnTo>
                  <a:lnTo>
                    <a:pt x="435369" y="89454"/>
                  </a:lnTo>
                  <a:lnTo>
                    <a:pt x="406266" y="59402"/>
                  </a:lnTo>
                  <a:lnTo>
                    <a:pt x="370985" y="34624"/>
                  </a:lnTo>
                  <a:lnTo>
                    <a:pt x="330478" y="15926"/>
                  </a:lnTo>
                  <a:lnTo>
                    <a:pt x="285702" y="4116"/>
                  </a:lnTo>
                  <a:lnTo>
                    <a:pt x="237609" y="0"/>
                  </a:lnTo>
                  <a:lnTo>
                    <a:pt x="189794" y="4116"/>
                  </a:lnTo>
                  <a:lnTo>
                    <a:pt x="145226" y="15926"/>
                  </a:lnTo>
                  <a:lnTo>
                    <a:pt x="104869" y="34624"/>
                  </a:lnTo>
                  <a:lnTo>
                    <a:pt x="69687" y="59402"/>
                  </a:lnTo>
                  <a:lnTo>
                    <a:pt x="40645" y="89454"/>
                  </a:lnTo>
                  <a:lnTo>
                    <a:pt x="18707" y="123973"/>
                  </a:lnTo>
                  <a:lnTo>
                    <a:pt x="4837" y="162153"/>
                  </a:lnTo>
                  <a:lnTo>
                    <a:pt x="0" y="203185"/>
                  </a:lnTo>
                  <a:lnTo>
                    <a:pt x="4837" y="244254"/>
                  </a:lnTo>
                  <a:lnTo>
                    <a:pt x="18707" y="282529"/>
                  </a:lnTo>
                  <a:lnTo>
                    <a:pt x="40645" y="317182"/>
                  </a:lnTo>
                  <a:lnTo>
                    <a:pt x="69687" y="347389"/>
                  </a:lnTo>
                  <a:lnTo>
                    <a:pt x="104869" y="372321"/>
                  </a:lnTo>
                  <a:lnTo>
                    <a:pt x="145226" y="391153"/>
                  </a:lnTo>
                  <a:lnTo>
                    <a:pt x="189794" y="403059"/>
                  </a:lnTo>
                  <a:lnTo>
                    <a:pt x="237609" y="407211"/>
                  </a:lnTo>
                  <a:lnTo>
                    <a:pt x="285702" y="403059"/>
                  </a:lnTo>
                  <a:lnTo>
                    <a:pt x="330478" y="391153"/>
                  </a:lnTo>
                  <a:lnTo>
                    <a:pt x="370985" y="372321"/>
                  </a:lnTo>
                  <a:lnTo>
                    <a:pt x="406266" y="347389"/>
                  </a:lnTo>
                  <a:lnTo>
                    <a:pt x="435369" y="317182"/>
                  </a:lnTo>
                  <a:lnTo>
                    <a:pt x="457338" y="282529"/>
                  </a:lnTo>
                  <a:lnTo>
                    <a:pt x="471220" y="244254"/>
                  </a:lnTo>
                  <a:lnTo>
                    <a:pt x="476059" y="20318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004828" y="5365114"/>
              <a:ext cx="476250" cy="407670"/>
            </a:xfrm>
            <a:custGeom>
              <a:avLst/>
              <a:gdLst/>
              <a:ahLst/>
              <a:cxnLst/>
              <a:rect l="l" t="t" r="r" b="b"/>
              <a:pathLst>
                <a:path w="476250" h="407670">
                  <a:moveTo>
                    <a:pt x="237609" y="0"/>
                  </a:moveTo>
                  <a:lnTo>
                    <a:pt x="189794" y="4116"/>
                  </a:lnTo>
                  <a:lnTo>
                    <a:pt x="145226" y="15926"/>
                  </a:lnTo>
                  <a:lnTo>
                    <a:pt x="104869" y="34624"/>
                  </a:lnTo>
                  <a:lnTo>
                    <a:pt x="69687" y="59402"/>
                  </a:lnTo>
                  <a:lnTo>
                    <a:pt x="40645" y="89454"/>
                  </a:lnTo>
                  <a:lnTo>
                    <a:pt x="18707" y="123973"/>
                  </a:lnTo>
                  <a:lnTo>
                    <a:pt x="4837" y="162153"/>
                  </a:lnTo>
                  <a:lnTo>
                    <a:pt x="0" y="203185"/>
                  </a:lnTo>
                  <a:lnTo>
                    <a:pt x="4837" y="244254"/>
                  </a:lnTo>
                  <a:lnTo>
                    <a:pt x="18707" y="282529"/>
                  </a:lnTo>
                  <a:lnTo>
                    <a:pt x="40645" y="317182"/>
                  </a:lnTo>
                  <a:lnTo>
                    <a:pt x="69687" y="347389"/>
                  </a:lnTo>
                  <a:lnTo>
                    <a:pt x="104869" y="372321"/>
                  </a:lnTo>
                  <a:lnTo>
                    <a:pt x="145226" y="391153"/>
                  </a:lnTo>
                  <a:lnTo>
                    <a:pt x="189794" y="403059"/>
                  </a:lnTo>
                  <a:lnTo>
                    <a:pt x="237609" y="407211"/>
                  </a:lnTo>
                  <a:lnTo>
                    <a:pt x="285702" y="403059"/>
                  </a:lnTo>
                  <a:lnTo>
                    <a:pt x="330478" y="391153"/>
                  </a:lnTo>
                  <a:lnTo>
                    <a:pt x="370985" y="372321"/>
                  </a:lnTo>
                  <a:lnTo>
                    <a:pt x="406266" y="347389"/>
                  </a:lnTo>
                  <a:lnTo>
                    <a:pt x="435369" y="317182"/>
                  </a:lnTo>
                  <a:lnTo>
                    <a:pt x="457338" y="282529"/>
                  </a:lnTo>
                  <a:lnTo>
                    <a:pt x="471220" y="244254"/>
                  </a:lnTo>
                  <a:lnTo>
                    <a:pt x="476059" y="203185"/>
                  </a:lnTo>
                  <a:lnTo>
                    <a:pt x="471220" y="162153"/>
                  </a:lnTo>
                  <a:lnTo>
                    <a:pt x="457338" y="123973"/>
                  </a:lnTo>
                  <a:lnTo>
                    <a:pt x="435369" y="89454"/>
                  </a:lnTo>
                  <a:lnTo>
                    <a:pt x="406266" y="59402"/>
                  </a:lnTo>
                  <a:lnTo>
                    <a:pt x="370985" y="34624"/>
                  </a:lnTo>
                  <a:lnTo>
                    <a:pt x="330478" y="15926"/>
                  </a:lnTo>
                  <a:lnTo>
                    <a:pt x="285702" y="4116"/>
                  </a:lnTo>
                  <a:lnTo>
                    <a:pt x="237609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9018156" y="5417064"/>
            <a:ext cx="44894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25" dirty="0">
                <a:latin typeface="Arial"/>
                <a:cs typeface="Arial"/>
              </a:rPr>
              <a:t>Q10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5894987" y="2413959"/>
            <a:ext cx="491490" cy="492125"/>
            <a:chOff x="5894987" y="2413959"/>
            <a:chExt cx="491490" cy="492125"/>
          </a:xfrm>
        </p:grpSpPr>
        <p:sp>
          <p:nvSpPr>
            <p:cNvPr id="134" name="object 134"/>
            <p:cNvSpPr/>
            <p:nvPr/>
          </p:nvSpPr>
          <p:spPr>
            <a:xfrm>
              <a:off x="5910862" y="2429834"/>
              <a:ext cx="459740" cy="460375"/>
            </a:xfrm>
            <a:custGeom>
              <a:avLst/>
              <a:gdLst/>
              <a:ahLst/>
              <a:cxnLst/>
              <a:rect l="l" t="t" r="r" b="b"/>
              <a:pathLst>
                <a:path w="459739" h="460375">
                  <a:moveTo>
                    <a:pt x="459267" y="230053"/>
                  </a:moveTo>
                  <a:lnTo>
                    <a:pt x="454618" y="183527"/>
                  </a:lnTo>
                  <a:lnTo>
                    <a:pt x="441281" y="140267"/>
                  </a:lnTo>
                  <a:lnTo>
                    <a:pt x="420171" y="101179"/>
                  </a:lnTo>
                  <a:lnTo>
                    <a:pt x="392203" y="67168"/>
                  </a:lnTo>
                  <a:lnTo>
                    <a:pt x="358292" y="39140"/>
                  </a:lnTo>
                  <a:lnTo>
                    <a:pt x="319353" y="17999"/>
                  </a:lnTo>
                  <a:lnTo>
                    <a:pt x="276302" y="4650"/>
                  </a:lnTo>
                  <a:lnTo>
                    <a:pt x="230053" y="0"/>
                  </a:lnTo>
                  <a:lnTo>
                    <a:pt x="183527" y="4650"/>
                  </a:lnTo>
                  <a:lnTo>
                    <a:pt x="140267" y="17999"/>
                  </a:lnTo>
                  <a:lnTo>
                    <a:pt x="101179" y="39140"/>
                  </a:lnTo>
                  <a:lnTo>
                    <a:pt x="67168" y="67168"/>
                  </a:lnTo>
                  <a:lnTo>
                    <a:pt x="39140" y="101179"/>
                  </a:lnTo>
                  <a:lnTo>
                    <a:pt x="17999" y="140267"/>
                  </a:lnTo>
                  <a:lnTo>
                    <a:pt x="4650" y="183527"/>
                  </a:lnTo>
                  <a:lnTo>
                    <a:pt x="0" y="230053"/>
                  </a:lnTo>
                  <a:lnTo>
                    <a:pt x="4650" y="276338"/>
                  </a:lnTo>
                  <a:lnTo>
                    <a:pt x="17999" y="319485"/>
                  </a:lnTo>
                  <a:lnTo>
                    <a:pt x="39140" y="358558"/>
                  </a:lnTo>
                  <a:lnTo>
                    <a:pt x="67168" y="392623"/>
                  </a:lnTo>
                  <a:lnTo>
                    <a:pt x="101179" y="420745"/>
                  </a:lnTo>
                  <a:lnTo>
                    <a:pt x="140267" y="441989"/>
                  </a:lnTo>
                  <a:lnTo>
                    <a:pt x="183527" y="455421"/>
                  </a:lnTo>
                  <a:lnTo>
                    <a:pt x="230053" y="460106"/>
                  </a:lnTo>
                  <a:lnTo>
                    <a:pt x="276302" y="455421"/>
                  </a:lnTo>
                  <a:lnTo>
                    <a:pt x="319353" y="441989"/>
                  </a:lnTo>
                  <a:lnTo>
                    <a:pt x="358292" y="420745"/>
                  </a:lnTo>
                  <a:lnTo>
                    <a:pt x="392203" y="392623"/>
                  </a:lnTo>
                  <a:lnTo>
                    <a:pt x="420171" y="358558"/>
                  </a:lnTo>
                  <a:lnTo>
                    <a:pt x="441281" y="319485"/>
                  </a:lnTo>
                  <a:lnTo>
                    <a:pt x="454618" y="276338"/>
                  </a:lnTo>
                  <a:lnTo>
                    <a:pt x="459267" y="23005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910862" y="2429834"/>
              <a:ext cx="459740" cy="460375"/>
            </a:xfrm>
            <a:custGeom>
              <a:avLst/>
              <a:gdLst/>
              <a:ahLst/>
              <a:cxnLst/>
              <a:rect l="l" t="t" r="r" b="b"/>
              <a:pathLst>
                <a:path w="459739" h="460375">
                  <a:moveTo>
                    <a:pt x="230053" y="0"/>
                  </a:moveTo>
                  <a:lnTo>
                    <a:pt x="183527" y="4650"/>
                  </a:lnTo>
                  <a:lnTo>
                    <a:pt x="140267" y="17999"/>
                  </a:lnTo>
                  <a:lnTo>
                    <a:pt x="101179" y="39140"/>
                  </a:lnTo>
                  <a:lnTo>
                    <a:pt x="67168" y="67168"/>
                  </a:lnTo>
                  <a:lnTo>
                    <a:pt x="39140" y="101179"/>
                  </a:lnTo>
                  <a:lnTo>
                    <a:pt x="17999" y="140267"/>
                  </a:lnTo>
                  <a:lnTo>
                    <a:pt x="4650" y="183527"/>
                  </a:lnTo>
                  <a:lnTo>
                    <a:pt x="0" y="230053"/>
                  </a:lnTo>
                  <a:lnTo>
                    <a:pt x="4650" y="276338"/>
                  </a:lnTo>
                  <a:lnTo>
                    <a:pt x="17999" y="319485"/>
                  </a:lnTo>
                  <a:lnTo>
                    <a:pt x="39140" y="358558"/>
                  </a:lnTo>
                  <a:lnTo>
                    <a:pt x="67168" y="392623"/>
                  </a:lnTo>
                  <a:lnTo>
                    <a:pt x="101179" y="420745"/>
                  </a:lnTo>
                  <a:lnTo>
                    <a:pt x="140267" y="441989"/>
                  </a:lnTo>
                  <a:lnTo>
                    <a:pt x="183527" y="455421"/>
                  </a:lnTo>
                  <a:lnTo>
                    <a:pt x="230053" y="460106"/>
                  </a:lnTo>
                  <a:lnTo>
                    <a:pt x="276302" y="455421"/>
                  </a:lnTo>
                  <a:lnTo>
                    <a:pt x="319353" y="441989"/>
                  </a:lnTo>
                  <a:lnTo>
                    <a:pt x="358292" y="420745"/>
                  </a:lnTo>
                  <a:lnTo>
                    <a:pt x="392203" y="392623"/>
                  </a:lnTo>
                  <a:lnTo>
                    <a:pt x="420171" y="358558"/>
                  </a:lnTo>
                  <a:lnTo>
                    <a:pt x="441281" y="319485"/>
                  </a:lnTo>
                  <a:lnTo>
                    <a:pt x="454618" y="276338"/>
                  </a:lnTo>
                  <a:lnTo>
                    <a:pt x="459267" y="230053"/>
                  </a:lnTo>
                  <a:lnTo>
                    <a:pt x="454618" y="183527"/>
                  </a:lnTo>
                  <a:lnTo>
                    <a:pt x="441281" y="140267"/>
                  </a:lnTo>
                  <a:lnTo>
                    <a:pt x="420171" y="101179"/>
                  </a:lnTo>
                  <a:lnTo>
                    <a:pt x="392203" y="67168"/>
                  </a:lnTo>
                  <a:lnTo>
                    <a:pt x="358292" y="39140"/>
                  </a:lnTo>
                  <a:lnTo>
                    <a:pt x="319353" y="17999"/>
                  </a:lnTo>
                  <a:lnTo>
                    <a:pt x="276302" y="4650"/>
                  </a:lnTo>
                  <a:lnTo>
                    <a:pt x="230053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5977925" y="2507812"/>
            <a:ext cx="32512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25" dirty="0">
                <a:latin typeface="Arial"/>
                <a:cs typeface="Arial"/>
              </a:rPr>
              <a:t>Q5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88892" y="30959"/>
            <a:ext cx="3713479" cy="725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750">
              <a:lnSpc>
                <a:spcPts val="1495"/>
              </a:lnSpc>
              <a:spcBef>
                <a:spcPts val="120"/>
              </a:spcBef>
            </a:pPr>
            <a:r>
              <a:rPr sz="1300" b="1" spc="130" dirty="0">
                <a:latin typeface="Cambria"/>
                <a:cs typeface="Cambria"/>
              </a:rPr>
              <a:t>CAMPO</a:t>
            </a:r>
            <a:r>
              <a:rPr sz="1300" b="1" spc="175" dirty="0">
                <a:latin typeface="Cambria"/>
                <a:cs typeface="Cambria"/>
              </a:rPr>
              <a:t> </a:t>
            </a:r>
            <a:r>
              <a:rPr sz="1300" b="1" spc="114" dirty="0">
                <a:latin typeface="Cambria"/>
                <a:cs typeface="Cambria"/>
              </a:rPr>
              <a:t>GUAFITA</a:t>
            </a:r>
            <a:r>
              <a:rPr sz="1300" b="1" spc="180" dirty="0">
                <a:latin typeface="Cambria"/>
                <a:cs typeface="Cambria"/>
              </a:rPr>
              <a:t> </a:t>
            </a:r>
            <a:r>
              <a:rPr sz="1300" b="1" spc="120" dirty="0">
                <a:latin typeface="Cambria"/>
                <a:cs typeface="Cambria"/>
              </a:rPr>
              <a:t>UBICACIÓN</a:t>
            </a:r>
            <a:r>
              <a:rPr sz="1300" b="1" spc="175" dirty="0">
                <a:latin typeface="Cambria"/>
                <a:cs typeface="Cambria"/>
              </a:rPr>
              <a:t> </a:t>
            </a:r>
            <a:r>
              <a:rPr sz="1300" b="1" spc="145" dirty="0">
                <a:latin typeface="Cambria"/>
                <a:cs typeface="Cambria"/>
              </a:rPr>
              <a:t>DE</a:t>
            </a:r>
            <a:r>
              <a:rPr sz="1300" b="1" spc="180" dirty="0">
                <a:latin typeface="Cambria"/>
                <a:cs typeface="Cambria"/>
              </a:rPr>
              <a:t> </a:t>
            </a:r>
            <a:r>
              <a:rPr sz="1300" b="1" spc="120" dirty="0">
                <a:latin typeface="Cambria"/>
                <a:cs typeface="Cambria"/>
              </a:rPr>
              <a:t>POZOS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ts val="1135"/>
              </a:lnSpc>
            </a:pPr>
            <a:r>
              <a:rPr sz="1000" b="1" spc="-10" dirty="0">
                <a:solidFill>
                  <a:srgbClr val="3333CC"/>
                </a:solidFill>
                <a:latin typeface="Arial"/>
                <a:cs typeface="Arial"/>
              </a:rPr>
              <a:t>PLANTA</a:t>
            </a:r>
            <a:r>
              <a:rPr sz="10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33CC"/>
                </a:solidFill>
                <a:latin typeface="Arial"/>
                <a:cs typeface="Arial"/>
              </a:rPr>
              <a:t>GUAFITA</a:t>
            </a:r>
            <a:r>
              <a:rPr sz="10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Feeder</a:t>
            </a:r>
            <a:r>
              <a:rPr sz="10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1</a:t>
            </a:r>
            <a:r>
              <a:rPr sz="10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(21):</a:t>
            </a:r>
            <a:r>
              <a:rPr sz="10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(280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A)</a:t>
            </a:r>
            <a:r>
              <a:rPr sz="1000" b="1" spc="2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(6,4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MW)</a:t>
            </a:r>
            <a:endParaRPr sz="1000">
              <a:latin typeface="Arial"/>
              <a:cs typeface="Arial"/>
            </a:endParaRPr>
          </a:p>
          <a:p>
            <a:pPr marL="12700" marR="5080" indent="34925">
              <a:lnSpc>
                <a:spcPts val="1430"/>
              </a:lnSpc>
              <a:spcBef>
                <a:spcPts val="85"/>
              </a:spcBef>
            </a:pPr>
            <a:r>
              <a:rPr sz="1000" b="1" dirty="0">
                <a:latin typeface="Arial"/>
                <a:cs typeface="Arial"/>
              </a:rPr>
              <a:t>Q2,Q4,Q6,Q8,Q10</a:t>
            </a:r>
            <a:r>
              <a:rPr sz="1000" b="1" spc="2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(Q2=46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MW)</a:t>
            </a:r>
            <a:r>
              <a:rPr sz="1000" b="1" spc="2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(Q4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y</a:t>
            </a:r>
            <a:r>
              <a:rPr sz="1000" b="1" spc="2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Q6=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88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2,0</a:t>
            </a:r>
            <a:r>
              <a:rPr sz="1000" b="1" spc="-25" dirty="0">
                <a:latin typeface="Arial"/>
                <a:cs typeface="Arial"/>
              </a:rPr>
              <a:t> MW) </a:t>
            </a:r>
            <a:r>
              <a:rPr sz="1000" b="1" dirty="0">
                <a:latin typeface="Arial"/>
                <a:cs typeface="Arial"/>
              </a:rPr>
              <a:t>(Q8=92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2,1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MW)</a:t>
            </a:r>
            <a:r>
              <a:rPr sz="1000" b="1" spc="2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(Q10=54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1,2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MW)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88892" y="852947"/>
            <a:ext cx="295783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-10" dirty="0">
                <a:solidFill>
                  <a:srgbClr val="3333CC"/>
                </a:solidFill>
                <a:latin typeface="Arial"/>
                <a:cs typeface="Arial"/>
              </a:rPr>
              <a:t>PLANTA</a:t>
            </a:r>
            <a:r>
              <a:rPr sz="10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3333CC"/>
                </a:solidFill>
                <a:latin typeface="Arial"/>
                <a:cs typeface="Arial"/>
              </a:rPr>
              <a:t>GUAFITA</a:t>
            </a:r>
            <a:r>
              <a:rPr sz="1000" b="1" spc="-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Feeder</a:t>
            </a:r>
            <a:r>
              <a:rPr sz="10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sz="10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3333CC"/>
                </a:solidFill>
                <a:latin typeface="Arial"/>
                <a:cs typeface="Arial"/>
              </a:rPr>
              <a:t>(41):</a:t>
            </a:r>
            <a:r>
              <a:rPr sz="10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(412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A)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(9,5MW)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88892" y="1035147"/>
            <a:ext cx="316611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latin typeface="Arial"/>
                <a:cs typeface="Arial"/>
              </a:rPr>
              <a:t>Q1,Q3,Q5,Q7</a:t>
            </a:r>
            <a:r>
              <a:rPr sz="1000" b="1" spc="18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(Q1=55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1,2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MW)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(Q3=124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2,8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MW)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2103959" y="1125825"/>
            <a:ext cx="6096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-50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24156" y="1216503"/>
            <a:ext cx="242570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latin typeface="Arial"/>
                <a:cs typeface="Arial"/>
              </a:rPr>
              <a:t>(Q5=117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2,7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MW)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(Q7=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113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A,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2,6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MW)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3984511" y="1301114"/>
            <a:ext cx="5871210" cy="2101850"/>
            <a:chOff x="3984511" y="1301114"/>
            <a:chExt cx="5871210" cy="2101850"/>
          </a:xfrm>
        </p:grpSpPr>
        <p:sp>
          <p:nvSpPr>
            <p:cNvPr id="143" name="object 143"/>
            <p:cNvSpPr/>
            <p:nvPr/>
          </p:nvSpPr>
          <p:spPr>
            <a:xfrm>
              <a:off x="4005784" y="1322387"/>
              <a:ext cx="2375535" cy="2059305"/>
            </a:xfrm>
            <a:custGeom>
              <a:avLst/>
              <a:gdLst/>
              <a:ahLst/>
              <a:cxnLst/>
              <a:rect l="l" t="t" r="r" b="b"/>
              <a:pathLst>
                <a:path w="2375535" h="2059304">
                  <a:moveTo>
                    <a:pt x="1507941" y="155328"/>
                  </a:moveTo>
                  <a:lnTo>
                    <a:pt x="0" y="2058726"/>
                  </a:lnTo>
                </a:path>
                <a:path w="2375535" h="2059304">
                  <a:moveTo>
                    <a:pt x="2291298" y="0"/>
                  </a:moveTo>
                  <a:lnTo>
                    <a:pt x="2375259" y="1112484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480888" y="1477715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358513" y="179676"/>
                  </a:moveTo>
                  <a:lnTo>
                    <a:pt x="352084" y="131966"/>
                  </a:lnTo>
                  <a:lnTo>
                    <a:pt x="333947" y="89060"/>
                  </a:lnTo>
                  <a:lnTo>
                    <a:pt x="305828" y="52685"/>
                  </a:lnTo>
                  <a:lnTo>
                    <a:pt x="269452" y="24566"/>
                  </a:lnTo>
                  <a:lnTo>
                    <a:pt x="226547" y="6429"/>
                  </a:lnTo>
                  <a:lnTo>
                    <a:pt x="178837" y="0"/>
                  </a:lnTo>
                  <a:lnTo>
                    <a:pt x="131189" y="6429"/>
                  </a:lnTo>
                  <a:lnTo>
                    <a:pt x="88439" y="24566"/>
                  </a:lnTo>
                  <a:lnTo>
                    <a:pt x="52265" y="52685"/>
                  </a:lnTo>
                  <a:lnTo>
                    <a:pt x="24348" y="89060"/>
                  </a:lnTo>
                  <a:lnTo>
                    <a:pt x="6367" y="131966"/>
                  </a:lnTo>
                  <a:lnTo>
                    <a:pt x="0" y="179676"/>
                  </a:lnTo>
                  <a:lnTo>
                    <a:pt x="6367" y="227324"/>
                  </a:lnTo>
                  <a:lnTo>
                    <a:pt x="24348" y="270074"/>
                  </a:lnTo>
                  <a:lnTo>
                    <a:pt x="52265" y="306248"/>
                  </a:lnTo>
                  <a:lnTo>
                    <a:pt x="88439" y="334165"/>
                  </a:lnTo>
                  <a:lnTo>
                    <a:pt x="131189" y="352146"/>
                  </a:lnTo>
                  <a:lnTo>
                    <a:pt x="178837" y="358513"/>
                  </a:lnTo>
                  <a:lnTo>
                    <a:pt x="226547" y="352146"/>
                  </a:lnTo>
                  <a:lnTo>
                    <a:pt x="269452" y="334165"/>
                  </a:lnTo>
                  <a:lnTo>
                    <a:pt x="305828" y="306248"/>
                  </a:lnTo>
                  <a:lnTo>
                    <a:pt x="333947" y="270074"/>
                  </a:lnTo>
                  <a:lnTo>
                    <a:pt x="352084" y="227324"/>
                  </a:lnTo>
                  <a:lnTo>
                    <a:pt x="358513" y="179676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9480888" y="1477715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178837" y="0"/>
                  </a:moveTo>
                  <a:lnTo>
                    <a:pt x="131189" y="6429"/>
                  </a:lnTo>
                  <a:lnTo>
                    <a:pt x="88439" y="24566"/>
                  </a:lnTo>
                  <a:lnTo>
                    <a:pt x="52265" y="52685"/>
                  </a:lnTo>
                  <a:lnTo>
                    <a:pt x="24348" y="89060"/>
                  </a:lnTo>
                  <a:lnTo>
                    <a:pt x="6367" y="131966"/>
                  </a:lnTo>
                  <a:lnTo>
                    <a:pt x="0" y="179676"/>
                  </a:lnTo>
                  <a:lnTo>
                    <a:pt x="6367" y="227324"/>
                  </a:lnTo>
                  <a:lnTo>
                    <a:pt x="24348" y="270074"/>
                  </a:lnTo>
                  <a:lnTo>
                    <a:pt x="52265" y="306248"/>
                  </a:lnTo>
                  <a:lnTo>
                    <a:pt x="88439" y="334165"/>
                  </a:lnTo>
                  <a:lnTo>
                    <a:pt x="131189" y="352146"/>
                  </a:lnTo>
                  <a:lnTo>
                    <a:pt x="178837" y="358513"/>
                  </a:lnTo>
                  <a:lnTo>
                    <a:pt x="226547" y="352146"/>
                  </a:lnTo>
                  <a:lnTo>
                    <a:pt x="269452" y="334165"/>
                  </a:lnTo>
                  <a:lnTo>
                    <a:pt x="305828" y="306248"/>
                  </a:lnTo>
                  <a:lnTo>
                    <a:pt x="333947" y="270074"/>
                  </a:lnTo>
                  <a:lnTo>
                    <a:pt x="352084" y="227324"/>
                  </a:lnTo>
                  <a:lnTo>
                    <a:pt x="358513" y="179676"/>
                  </a:lnTo>
                  <a:lnTo>
                    <a:pt x="352084" y="131966"/>
                  </a:lnTo>
                  <a:lnTo>
                    <a:pt x="333947" y="89060"/>
                  </a:lnTo>
                  <a:lnTo>
                    <a:pt x="305828" y="52685"/>
                  </a:lnTo>
                  <a:lnTo>
                    <a:pt x="269452" y="24566"/>
                  </a:lnTo>
                  <a:lnTo>
                    <a:pt x="226547" y="6429"/>
                  </a:lnTo>
                  <a:lnTo>
                    <a:pt x="178837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8877208" y="1522114"/>
            <a:ext cx="1099820" cy="759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90"/>
              </a:spcBef>
            </a:pPr>
            <a:r>
              <a:rPr sz="1550" b="1" spc="-25" dirty="0">
                <a:latin typeface="Arial"/>
                <a:cs typeface="Arial"/>
              </a:rPr>
              <a:t>Q2</a:t>
            </a:r>
            <a:endParaRPr sz="155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spcBef>
                <a:spcPts val="775"/>
              </a:spcBef>
            </a:pPr>
            <a:r>
              <a:rPr sz="850" b="1" dirty="0">
                <a:latin typeface="Arial"/>
                <a:cs typeface="Arial"/>
              </a:rPr>
              <a:t>Cluster205:</a:t>
            </a:r>
            <a:r>
              <a:rPr sz="850" b="1" spc="9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8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205,</a:t>
            </a:r>
            <a:endParaRPr sz="85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  <a:spcBef>
                <a:spcPts val="45"/>
              </a:spcBef>
            </a:pPr>
            <a:r>
              <a:rPr sz="850" b="1" dirty="0">
                <a:latin typeface="Arial"/>
                <a:cs typeface="Arial"/>
              </a:rPr>
              <a:t>209,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213,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214,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215,</a:t>
            </a:r>
            <a:endParaRPr sz="850">
              <a:latin typeface="Arial"/>
              <a:cs typeface="Arial"/>
            </a:endParaRPr>
          </a:p>
          <a:p>
            <a:pPr marR="3175" algn="ctr">
              <a:lnSpc>
                <a:spcPct val="100000"/>
              </a:lnSpc>
              <a:spcBef>
                <a:spcPts val="40"/>
              </a:spcBef>
            </a:pPr>
            <a:r>
              <a:rPr sz="850" b="1" dirty="0">
                <a:latin typeface="Arial"/>
                <a:cs typeface="Arial"/>
              </a:rPr>
              <a:t>216,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227,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(</a:t>
            </a: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220</a:t>
            </a:r>
            <a:r>
              <a:rPr sz="850" b="1" spc="-1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3513849" y="3445841"/>
            <a:ext cx="6449695" cy="3287395"/>
            <a:chOff x="3513849" y="3445841"/>
            <a:chExt cx="6449695" cy="3287395"/>
          </a:xfrm>
        </p:grpSpPr>
        <p:sp>
          <p:nvSpPr>
            <p:cNvPr id="148" name="object 148"/>
            <p:cNvSpPr/>
            <p:nvPr/>
          </p:nvSpPr>
          <p:spPr>
            <a:xfrm>
              <a:off x="4282016" y="5121627"/>
              <a:ext cx="2015489" cy="1595755"/>
            </a:xfrm>
            <a:custGeom>
              <a:avLst/>
              <a:gdLst/>
              <a:ahLst/>
              <a:cxnLst/>
              <a:rect l="l" t="t" r="r" b="b"/>
              <a:pathLst>
                <a:path w="2015489" h="1595754">
                  <a:moveTo>
                    <a:pt x="0" y="0"/>
                  </a:moveTo>
                  <a:lnTo>
                    <a:pt x="2015066" y="1595261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607692" y="5365114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>
                  <a:moveTo>
                    <a:pt x="0" y="0"/>
                  </a:moveTo>
                  <a:lnTo>
                    <a:pt x="1350094" y="0"/>
                  </a:lnTo>
                </a:path>
              </a:pathLst>
            </a:custGeom>
            <a:ln w="1049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529724" y="3461716"/>
              <a:ext cx="400685" cy="400685"/>
            </a:xfrm>
            <a:custGeom>
              <a:avLst/>
              <a:gdLst/>
              <a:ahLst/>
              <a:cxnLst/>
              <a:rect l="l" t="t" r="r" b="b"/>
              <a:pathLst>
                <a:path w="400685" h="400685">
                  <a:moveTo>
                    <a:pt x="400494" y="199827"/>
                  </a:moveTo>
                  <a:lnTo>
                    <a:pt x="395197" y="154126"/>
                  </a:lnTo>
                  <a:lnTo>
                    <a:pt x="380118" y="112111"/>
                  </a:lnTo>
                  <a:lnTo>
                    <a:pt x="356477" y="75001"/>
                  </a:lnTo>
                  <a:lnTo>
                    <a:pt x="325492" y="44017"/>
                  </a:lnTo>
                  <a:lnTo>
                    <a:pt x="288383" y="20375"/>
                  </a:lnTo>
                  <a:lnTo>
                    <a:pt x="246368" y="5297"/>
                  </a:lnTo>
                  <a:lnTo>
                    <a:pt x="200667" y="0"/>
                  </a:lnTo>
                  <a:lnTo>
                    <a:pt x="154654" y="5297"/>
                  </a:lnTo>
                  <a:lnTo>
                    <a:pt x="112417" y="20375"/>
                  </a:lnTo>
                  <a:lnTo>
                    <a:pt x="75158" y="44017"/>
                  </a:lnTo>
                  <a:lnTo>
                    <a:pt x="44083" y="75001"/>
                  </a:lnTo>
                  <a:lnTo>
                    <a:pt x="20395" y="112111"/>
                  </a:lnTo>
                  <a:lnTo>
                    <a:pt x="5299" y="154126"/>
                  </a:lnTo>
                  <a:lnTo>
                    <a:pt x="0" y="199827"/>
                  </a:lnTo>
                  <a:lnTo>
                    <a:pt x="5299" y="245839"/>
                  </a:lnTo>
                  <a:lnTo>
                    <a:pt x="20395" y="288077"/>
                  </a:lnTo>
                  <a:lnTo>
                    <a:pt x="44083" y="325335"/>
                  </a:lnTo>
                  <a:lnTo>
                    <a:pt x="75158" y="356411"/>
                  </a:lnTo>
                  <a:lnTo>
                    <a:pt x="112417" y="380099"/>
                  </a:lnTo>
                  <a:lnTo>
                    <a:pt x="154654" y="395194"/>
                  </a:lnTo>
                  <a:lnTo>
                    <a:pt x="200667" y="400494"/>
                  </a:lnTo>
                  <a:lnTo>
                    <a:pt x="246368" y="395194"/>
                  </a:lnTo>
                  <a:lnTo>
                    <a:pt x="288383" y="380099"/>
                  </a:lnTo>
                  <a:lnTo>
                    <a:pt x="325492" y="356411"/>
                  </a:lnTo>
                  <a:lnTo>
                    <a:pt x="356477" y="325335"/>
                  </a:lnTo>
                  <a:lnTo>
                    <a:pt x="380118" y="288077"/>
                  </a:lnTo>
                  <a:lnTo>
                    <a:pt x="395197" y="245839"/>
                  </a:lnTo>
                  <a:lnTo>
                    <a:pt x="400494" y="19982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529724" y="3461716"/>
              <a:ext cx="400685" cy="400685"/>
            </a:xfrm>
            <a:custGeom>
              <a:avLst/>
              <a:gdLst/>
              <a:ahLst/>
              <a:cxnLst/>
              <a:rect l="l" t="t" r="r" b="b"/>
              <a:pathLst>
                <a:path w="400685" h="400685">
                  <a:moveTo>
                    <a:pt x="200667" y="0"/>
                  </a:moveTo>
                  <a:lnTo>
                    <a:pt x="154654" y="5297"/>
                  </a:lnTo>
                  <a:lnTo>
                    <a:pt x="112417" y="20375"/>
                  </a:lnTo>
                  <a:lnTo>
                    <a:pt x="75158" y="44017"/>
                  </a:lnTo>
                  <a:lnTo>
                    <a:pt x="44083" y="75001"/>
                  </a:lnTo>
                  <a:lnTo>
                    <a:pt x="20395" y="112111"/>
                  </a:lnTo>
                  <a:lnTo>
                    <a:pt x="5299" y="154126"/>
                  </a:lnTo>
                  <a:lnTo>
                    <a:pt x="0" y="199827"/>
                  </a:lnTo>
                  <a:lnTo>
                    <a:pt x="5299" y="245839"/>
                  </a:lnTo>
                  <a:lnTo>
                    <a:pt x="20395" y="288077"/>
                  </a:lnTo>
                  <a:lnTo>
                    <a:pt x="44083" y="325335"/>
                  </a:lnTo>
                  <a:lnTo>
                    <a:pt x="75158" y="356411"/>
                  </a:lnTo>
                  <a:lnTo>
                    <a:pt x="112417" y="380099"/>
                  </a:lnTo>
                  <a:lnTo>
                    <a:pt x="154654" y="395194"/>
                  </a:lnTo>
                  <a:lnTo>
                    <a:pt x="200667" y="400494"/>
                  </a:lnTo>
                  <a:lnTo>
                    <a:pt x="246368" y="395194"/>
                  </a:lnTo>
                  <a:lnTo>
                    <a:pt x="288383" y="380099"/>
                  </a:lnTo>
                  <a:lnTo>
                    <a:pt x="325492" y="356411"/>
                  </a:lnTo>
                  <a:lnTo>
                    <a:pt x="356477" y="325335"/>
                  </a:lnTo>
                  <a:lnTo>
                    <a:pt x="380118" y="288077"/>
                  </a:lnTo>
                  <a:lnTo>
                    <a:pt x="395197" y="245839"/>
                  </a:lnTo>
                  <a:lnTo>
                    <a:pt x="400494" y="199827"/>
                  </a:lnTo>
                  <a:lnTo>
                    <a:pt x="395197" y="154126"/>
                  </a:lnTo>
                  <a:lnTo>
                    <a:pt x="380118" y="112111"/>
                  </a:lnTo>
                  <a:lnTo>
                    <a:pt x="356477" y="75001"/>
                  </a:lnTo>
                  <a:lnTo>
                    <a:pt x="325492" y="44017"/>
                  </a:lnTo>
                  <a:lnTo>
                    <a:pt x="288383" y="20375"/>
                  </a:lnTo>
                  <a:lnTo>
                    <a:pt x="246368" y="5297"/>
                  </a:lnTo>
                  <a:lnTo>
                    <a:pt x="200667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3568241" y="3510308"/>
            <a:ext cx="32512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25" dirty="0">
                <a:latin typeface="Arial"/>
                <a:cs typeface="Arial"/>
              </a:rPr>
              <a:t>Q6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5604121" y="746491"/>
            <a:ext cx="4368165" cy="6147435"/>
            <a:chOff x="5604121" y="746491"/>
            <a:chExt cx="4368165" cy="6147435"/>
          </a:xfrm>
        </p:grpSpPr>
        <p:sp>
          <p:nvSpPr>
            <p:cNvPr id="154" name="object 154"/>
            <p:cNvSpPr/>
            <p:nvPr/>
          </p:nvSpPr>
          <p:spPr>
            <a:xfrm>
              <a:off x="5625394" y="3778249"/>
              <a:ext cx="681990" cy="3094355"/>
            </a:xfrm>
            <a:custGeom>
              <a:avLst/>
              <a:gdLst/>
              <a:ahLst/>
              <a:cxnLst/>
              <a:rect l="l" t="t" r="r" b="b"/>
              <a:pathLst>
                <a:path w="681989" h="3094354">
                  <a:moveTo>
                    <a:pt x="251883" y="0"/>
                  </a:moveTo>
                  <a:lnTo>
                    <a:pt x="0" y="167922"/>
                  </a:lnTo>
                </a:path>
                <a:path w="681989" h="3094354">
                  <a:moveTo>
                    <a:pt x="523077" y="3093966"/>
                  </a:moveTo>
                  <a:lnTo>
                    <a:pt x="681764" y="2935280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2280" y="5913940"/>
              <a:ext cx="130699" cy="12566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6307158" y="4967978"/>
              <a:ext cx="2935605" cy="1745614"/>
            </a:xfrm>
            <a:custGeom>
              <a:avLst/>
              <a:gdLst/>
              <a:ahLst/>
              <a:cxnLst/>
              <a:rect l="l" t="t" r="r" b="b"/>
              <a:pathLst>
                <a:path w="2935604" h="1745615">
                  <a:moveTo>
                    <a:pt x="2935280" y="1587704"/>
                  </a:moveTo>
                  <a:lnTo>
                    <a:pt x="2300534" y="476899"/>
                  </a:lnTo>
                </a:path>
                <a:path w="2935604" h="1745615">
                  <a:moveTo>
                    <a:pt x="2300534" y="476899"/>
                  </a:moveTo>
                  <a:lnTo>
                    <a:pt x="952118" y="0"/>
                  </a:lnTo>
                </a:path>
                <a:path w="2935604" h="1745615">
                  <a:moveTo>
                    <a:pt x="873195" y="0"/>
                  </a:moveTo>
                  <a:lnTo>
                    <a:pt x="952118" y="0"/>
                  </a:lnTo>
                </a:path>
                <a:path w="2935604" h="1745615">
                  <a:moveTo>
                    <a:pt x="0" y="1745551"/>
                  </a:moveTo>
                  <a:lnTo>
                    <a:pt x="2141008" y="1587704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307158" y="762366"/>
              <a:ext cx="3649345" cy="5793740"/>
            </a:xfrm>
            <a:custGeom>
              <a:avLst/>
              <a:gdLst/>
              <a:ahLst/>
              <a:cxnLst/>
              <a:rect l="l" t="t" r="r" b="b"/>
              <a:pathLst>
                <a:path w="3649345" h="5793740">
                  <a:moveTo>
                    <a:pt x="3648949" y="2699349"/>
                  </a:moveTo>
                  <a:lnTo>
                    <a:pt x="3648949" y="5793316"/>
                  </a:lnTo>
                </a:path>
                <a:path w="3649345" h="5793740">
                  <a:moveTo>
                    <a:pt x="3648949" y="1667467"/>
                  </a:moveTo>
                  <a:lnTo>
                    <a:pt x="3648949" y="2699349"/>
                  </a:lnTo>
                </a:path>
                <a:path w="3649345" h="5793740">
                  <a:moveTo>
                    <a:pt x="3648949" y="1667467"/>
                  </a:moveTo>
                  <a:lnTo>
                    <a:pt x="3648949" y="0"/>
                  </a:lnTo>
                </a:path>
                <a:path w="3649345" h="5793740">
                  <a:moveTo>
                    <a:pt x="1110805" y="0"/>
                  </a:moveTo>
                  <a:lnTo>
                    <a:pt x="0" y="556662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417964" y="5126665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80602" y="238449"/>
                  </a:moveTo>
                  <a:lnTo>
                    <a:pt x="80602" y="0"/>
                  </a:lnTo>
                  <a:lnTo>
                    <a:pt x="0" y="0"/>
                  </a:lnTo>
                  <a:lnTo>
                    <a:pt x="0" y="238449"/>
                  </a:lnTo>
                  <a:lnTo>
                    <a:pt x="80602" y="23844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417964" y="5126665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0" y="0"/>
                  </a:moveTo>
                  <a:lnTo>
                    <a:pt x="0" y="238449"/>
                  </a:lnTo>
                  <a:lnTo>
                    <a:pt x="80602" y="238449"/>
                  </a:lnTo>
                  <a:lnTo>
                    <a:pt x="80602" y="0"/>
                  </a:lnTo>
                  <a:lnTo>
                    <a:pt x="0" y="0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/>
          <p:nvPr/>
        </p:nvSpPr>
        <p:spPr>
          <a:xfrm>
            <a:off x="10075333" y="6237470"/>
            <a:ext cx="0" cy="80645"/>
          </a:xfrm>
          <a:custGeom>
            <a:avLst/>
            <a:gdLst/>
            <a:ahLst/>
            <a:cxnLst/>
            <a:rect l="l" t="t" r="r" b="b"/>
            <a:pathLst>
              <a:path h="80645">
                <a:moveTo>
                  <a:pt x="0" y="0"/>
                </a:moveTo>
                <a:lnTo>
                  <a:pt x="0" y="80602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 txBox="1"/>
          <p:nvPr/>
        </p:nvSpPr>
        <p:spPr>
          <a:xfrm>
            <a:off x="383595" y="6748687"/>
            <a:ext cx="955675" cy="697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5244" marR="47625" indent="-1270" algn="ctr">
              <a:lnSpc>
                <a:spcPct val="103899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Actualizado</a:t>
            </a:r>
            <a:r>
              <a:rPr sz="850" b="1" spc="9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por </a:t>
            </a:r>
            <a:r>
              <a:rPr sz="850" b="1" dirty="0">
                <a:latin typeface="Arial"/>
                <a:cs typeface="Arial"/>
              </a:rPr>
              <a:t>Operaciones</a:t>
            </a:r>
            <a:r>
              <a:rPr sz="850" b="1" spc="14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de </a:t>
            </a:r>
            <a:r>
              <a:rPr sz="850" b="1" spc="-10" dirty="0">
                <a:latin typeface="Arial"/>
                <a:cs typeface="Arial"/>
              </a:rPr>
              <a:t>Producción 11/02/2015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850" b="1" dirty="0">
                <a:latin typeface="Arial"/>
                <a:cs typeface="Arial"/>
              </a:rPr>
              <a:t>José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Omar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Cravo</a:t>
            </a:r>
            <a:endParaRPr sz="8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7405264" y="5163502"/>
            <a:ext cx="1060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4872742" y="5915539"/>
            <a:ext cx="91440" cy="248920"/>
            <a:chOff x="4872742" y="5915539"/>
            <a:chExt cx="91440" cy="248920"/>
          </a:xfrm>
        </p:grpSpPr>
        <p:sp>
          <p:nvSpPr>
            <p:cNvPr id="164" name="object 164"/>
            <p:cNvSpPr/>
            <p:nvPr/>
          </p:nvSpPr>
          <p:spPr>
            <a:xfrm>
              <a:off x="4878140" y="5920937"/>
              <a:ext cx="80645" cy="238125"/>
            </a:xfrm>
            <a:custGeom>
              <a:avLst/>
              <a:gdLst/>
              <a:ahLst/>
              <a:cxnLst/>
              <a:rect l="l" t="t" r="r" b="b"/>
              <a:pathLst>
                <a:path w="80645" h="238125">
                  <a:moveTo>
                    <a:pt x="80602" y="237609"/>
                  </a:moveTo>
                  <a:lnTo>
                    <a:pt x="80602" y="0"/>
                  </a:lnTo>
                  <a:lnTo>
                    <a:pt x="0" y="0"/>
                  </a:lnTo>
                  <a:lnTo>
                    <a:pt x="0" y="237609"/>
                  </a:lnTo>
                  <a:lnTo>
                    <a:pt x="80602" y="23760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878140" y="5920937"/>
              <a:ext cx="80645" cy="238125"/>
            </a:xfrm>
            <a:custGeom>
              <a:avLst/>
              <a:gdLst/>
              <a:ahLst/>
              <a:cxnLst/>
              <a:rect l="l" t="t" r="r" b="b"/>
              <a:pathLst>
                <a:path w="80645" h="238125">
                  <a:moveTo>
                    <a:pt x="0" y="0"/>
                  </a:moveTo>
                  <a:lnTo>
                    <a:pt x="0" y="237609"/>
                  </a:lnTo>
                  <a:lnTo>
                    <a:pt x="80602" y="237609"/>
                  </a:lnTo>
                  <a:lnTo>
                    <a:pt x="80602" y="0"/>
                  </a:lnTo>
                  <a:lnTo>
                    <a:pt x="0" y="0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4865440" y="5957774"/>
            <a:ext cx="1060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67" name="object 16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032418" y="6169252"/>
            <a:ext cx="248944" cy="217039"/>
          </a:xfrm>
          <a:prstGeom prst="rect">
            <a:avLst/>
          </a:prstGeom>
        </p:spPr>
      </p:pic>
      <p:sp>
        <p:nvSpPr>
          <p:cNvPr id="168" name="object 168"/>
          <p:cNvSpPr txBox="1"/>
          <p:nvPr/>
        </p:nvSpPr>
        <p:spPr>
          <a:xfrm rot="18420000">
            <a:off x="5093817" y="6224870"/>
            <a:ext cx="138190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6856744" y="5834937"/>
            <a:ext cx="91440" cy="249554"/>
            <a:chOff x="6856744" y="5834937"/>
            <a:chExt cx="91440" cy="249554"/>
          </a:xfrm>
        </p:grpSpPr>
        <p:sp>
          <p:nvSpPr>
            <p:cNvPr id="170" name="object 170"/>
            <p:cNvSpPr/>
            <p:nvPr/>
          </p:nvSpPr>
          <p:spPr>
            <a:xfrm>
              <a:off x="6862141" y="5840334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80602" y="238449"/>
                  </a:moveTo>
                  <a:lnTo>
                    <a:pt x="80602" y="0"/>
                  </a:lnTo>
                  <a:lnTo>
                    <a:pt x="0" y="0"/>
                  </a:lnTo>
                  <a:lnTo>
                    <a:pt x="0" y="238449"/>
                  </a:lnTo>
                  <a:lnTo>
                    <a:pt x="80602" y="23844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6862141" y="5840334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0" y="0"/>
                  </a:moveTo>
                  <a:lnTo>
                    <a:pt x="0" y="238449"/>
                  </a:lnTo>
                  <a:lnTo>
                    <a:pt x="80602" y="238449"/>
                  </a:lnTo>
                  <a:lnTo>
                    <a:pt x="80602" y="0"/>
                  </a:lnTo>
                  <a:lnTo>
                    <a:pt x="0" y="0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6849441" y="5877171"/>
            <a:ext cx="1060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7651015" y="3693928"/>
            <a:ext cx="91440" cy="249554"/>
            <a:chOff x="7651015" y="3693928"/>
            <a:chExt cx="91440" cy="249554"/>
          </a:xfrm>
        </p:grpSpPr>
        <p:sp>
          <p:nvSpPr>
            <p:cNvPr id="174" name="object 174"/>
            <p:cNvSpPr/>
            <p:nvPr/>
          </p:nvSpPr>
          <p:spPr>
            <a:xfrm>
              <a:off x="7656413" y="3699326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80602" y="238449"/>
                  </a:moveTo>
                  <a:lnTo>
                    <a:pt x="80602" y="0"/>
                  </a:lnTo>
                  <a:lnTo>
                    <a:pt x="0" y="0"/>
                  </a:lnTo>
                  <a:lnTo>
                    <a:pt x="0" y="238449"/>
                  </a:lnTo>
                  <a:lnTo>
                    <a:pt x="80602" y="23844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656413" y="3699326"/>
              <a:ext cx="80645" cy="238760"/>
            </a:xfrm>
            <a:custGeom>
              <a:avLst/>
              <a:gdLst/>
              <a:ahLst/>
              <a:cxnLst/>
              <a:rect l="l" t="t" r="r" b="b"/>
              <a:pathLst>
                <a:path w="80645" h="238760">
                  <a:moveTo>
                    <a:pt x="0" y="0"/>
                  </a:moveTo>
                  <a:lnTo>
                    <a:pt x="0" y="238449"/>
                  </a:lnTo>
                  <a:lnTo>
                    <a:pt x="80602" y="238449"/>
                  </a:lnTo>
                  <a:lnTo>
                    <a:pt x="80602" y="0"/>
                  </a:lnTo>
                  <a:lnTo>
                    <a:pt x="0" y="0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7643714" y="3736163"/>
            <a:ext cx="1060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6937346" y="3772852"/>
            <a:ext cx="91440" cy="248920"/>
            <a:chOff x="6937346" y="3772852"/>
            <a:chExt cx="91440" cy="248920"/>
          </a:xfrm>
        </p:grpSpPr>
        <p:sp>
          <p:nvSpPr>
            <p:cNvPr id="178" name="object 178"/>
            <p:cNvSpPr/>
            <p:nvPr/>
          </p:nvSpPr>
          <p:spPr>
            <a:xfrm>
              <a:off x="6942743" y="3778249"/>
              <a:ext cx="80645" cy="238125"/>
            </a:xfrm>
            <a:custGeom>
              <a:avLst/>
              <a:gdLst/>
              <a:ahLst/>
              <a:cxnLst/>
              <a:rect l="l" t="t" r="r" b="b"/>
              <a:pathLst>
                <a:path w="80645" h="238125">
                  <a:moveTo>
                    <a:pt x="80602" y="237609"/>
                  </a:moveTo>
                  <a:lnTo>
                    <a:pt x="80602" y="0"/>
                  </a:lnTo>
                  <a:lnTo>
                    <a:pt x="0" y="0"/>
                  </a:lnTo>
                  <a:lnTo>
                    <a:pt x="0" y="237609"/>
                  </a:lnTo>
                  <a:lnTo>
                    <a:pt x="80602" y="237609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942743" y="3778249"/>
              <a:ext cx="80645" cy="238125"/>
            </a:xfrm>
            <a:custGeom>
              <a:avLst/>
              <a:gdLst/>
              <a:ahLst/>
              <a:cxnLst/>
              <a:rect l="l" t="t" r="r" b="b"/>
              <a:pathLst>
                <a:path w="80645" h="238125">
                  <a:moveTo>
                    <a:pt x="0" y="0"/>
                  </a:moveTo>
                  <a:lnTo>
                    <a:pt x="0" y="237609"/>
                  </a:lnTo>
                  <a:lnTo>
                    <a:pt x="80602" y="237609"/>
                  </a:lnTo>
                  <a:lnTo>
                    <a:pt x="80602" y="0"/>
                  </a:lnTo>
                  <a:lnTo>
                    <a:pt x="0" y="0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6930044" y="3815087"/>
            <a:ext cx="10604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66219" y="1530499"/>
            <a:ext cx="116903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10" dirty="0">
                <a:solidFill>
                  <a:srgbClr val="FF3300"/>
                </a:solidFill>
                <a:latin typeface="Arial"/>
                <a:cs typeface="Arial"/>
              </a:rPr>
              <a:t>RECONECTADORES:</a:t>
            </a:r>
            <a:endParaRPr sz="850">
              <a:latin typeface="Arial"/>
              <a:cs typeface="Arial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6130" y="1800010"/>
            <a:ext cx="2919095" cy="1506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8605" marR="5080" indent="-161925">
              <a:lnSpc>
                <a:spcPct val="103699"/>
              </a:lnSpc>
              <a:spcBef>
                <a:spcPts val="90"/>
              </a:spcBef>
              <a:buAutoNum type="arabicParenR"/>
              <a:tabLst>
                <a:tab pos="295275" algn="l"/>
              </a:tabLst>
            </a:pPr>
            <a:r>
              <a:rPr sz="850" b="1" dirty="0">
                <a:latin typeface="Arial"/>
                <a:cs typeface="Arial"/>
              </a:rPr>
              <a:t>S/E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NORTE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Con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Q4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y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Clúster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3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276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A</a:t>
            </a:r>
            <a:r>
              <a:rPr sz="850" b="1" dirty="0">
                <a:latin typeface="Arial"/>
                <a:cs typeface="Arial"/>
              </a:rPr>
              <a:t> 	Con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Q4</a:t>
            </a:r>
            <a:r>
              <a:rPr sz="850" b="1" spc="29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245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A,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Sin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Q4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y</a:t>
            </a:r>
            <a:r>
              <a:rPr sz="850" b="1" spc="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3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195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4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45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110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1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(GF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spc="-10" dirty="0">
                <a:latin typeface="Arial"/>
                <a:cs typeface="Arial"/>
              </a:rPr>
              <a:t>Norte)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3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69,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95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y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97</a:t>
            </a:r>
            <a:r>
              <a:rPr sz="850" b="1" spc="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68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(Q7)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4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37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y</a:t>
            </a:r>
            <a:r>
              <a:rPr sz="850" b="1" spc="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78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100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(Q7)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40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2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5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28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70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5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(Q10)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3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14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31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1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(Q3)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4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19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40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1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(Q8)</a:t>
            </a:r>
            <a:endParaRPr sz="850">
              <a:latin typeface="Arial"/>
              <a:cs typeface="Arial"/>
            </a:endParaRPr>
          </a:p>
          <a:p>
            <a:pPr marL="267970" indent="-160655">
              <a:lnSpc>
                <a:spcPct val="100000"/>
              </a:lnSpc>
              <a:spcBef>
                <a:spcPts val="40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61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74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A</a:t>
            </a:r>
            <a:r>
              <a:rPr sz="850" b="1" spc="1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(Q8)</a:t>
            </a:r>
            <a:endParaRPr sz="850">
              <a:latin typeface="Arial"/>
              <a:cs typeface="Arial"/>
            </a:endParaRPr>
          </a:p>
          <a:p>
            <a:pPr marL="12700" marR="1290320" indent="255270">
              <a:lnSpc>
                <a:spcPct val="103699"/>
              </a:lnSpc>
              <a:spcBef>
                <a:spcPts val="5"/>
              </a:spcBef>
              <a:buAutoNum type="arabicParenR"/>
              <a:tabLst>
                <a:tab pos="267970" algn="l"/>
              </a:tabLst>
            </a:pPr>
            <a:r>
              <a:rPr sz="850" b="1" dirty="0">
                <a:latin typeface="Arial"/>
                <a:cs typeface="Arial"/>
              </a:rPr>
              <a:t>GF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–</a:t>
            </a:r>
            <a:r>
              <a:rPr sz="850" b="1" spc="5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Q4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1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Solo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Q4=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65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A</a:t>
            </a:r>
            <a:r>
              <a:rPr sz="850" b="1" dirty="0">
                <a:latin typeface="Arial"/>
                <a:cs typeface="Arial"/>
              </a:rPr>
              <a:t> Q4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y</a:t>
            </a:r>
            <a:r>
              <a:rPr sz="850" b="1" spc="2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GF-3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=</a:t>
            </a:r>
            <a:r>
              <a:rPr sz="850" b="1" spc="3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95</a:t>
            </a:r>
            <a:r>
              <a:rPr sz="850" b="1" spc="40" dirty="0">
                <a:latin typeface="Arial"/>
                <a:cs typeface="Arial"/>
              </a:rPr>
              <a:t> </a:t>
            </a:r>
            <a:r>
              <a:rPr sz="850" b="1" spc="-50" dirty="0">
                <a:latin typeface="Arial"/>
                <a:cs typeface="Arial"/>
              </a:rPr>
              <a:t>A</a:t>
            </a:r>
            <a:endParaRPr sz="850">
              <a:latin typeface="Arial"/>
              <a:cs typeface="Arial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3292114" y="287146"/>
            <a:ext cx="4442460" cy="3331845"/>
          </a:xfrm>
          <a:custGeom>
            <a:avLst/>
            <a:gdLst/>
            <a:ahLst/>
            <a:cxnLst/>
            <a:rect l="l" t="t" r="r" b="b"/>
            <a:pathLst>
              <a:path w="4442459" h="3331845">
                <a:moveTo>
                  <a:pt x="4442382" y="237609"/>
                </a:moveTo>
                <a:lnTo>
                  <a:pt x="4364298" y="0"/>
                </a:lnTo>
                <a:lnTo>
                  <a:pt x="2301373" y="237609"/>
                </a:lnTo>
                <a:lnTo>
                  <a:pt x="2221610" y="1110805"/>
                </a:lnTo>
              </a:path>
              <a:path w="4442459" h="3331845">
                <a:moveTo>
                  <a:pt x="78923" y="3331576"/>
                </a:moveTo>
                <a:lnTo>
                  <a:pt x="0" y="2539823"/>
                </a:lnTo>
                <a:lnTo>
                  <a:pt x="2221610" y="1110805"/>
                </a:lnTo>
                <a:lnTo>
                  <a:pt x="2539823" y="1110805"/>
                </a:lnTo>
                <a:lnTo>
                  <a:pt x="2618746" y="1269491"/>
                </a:lnTo>
              </a:path>
            </a:pathLst>
          </a:custGeom>
          <a:ln w="1049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 txBox="1"/>
          <p:nvPr/>
        </p:nvSpPr>
        <p:spPr>
          <a:xfrm>
            <a:off x="5761305" y="559914"/>
            <a:ext cx="63817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90" dirty="0">
                <a:latin typeface="Cambria"/>
                <a:cs typeface="Cambria"/>
              </a:rPr>
              <a:t>ESTACIÓN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5820914" y="694252"/>
            <a:ext cx="55689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75" dirty="0">
                <a:latin typeface="Cambria"/>
                <a:cs typeface="Cambria"/>
              </a:rPr>
              <a:t>GUAFITA</a:t>
            </a:r>
            <a:endParaRPr sz="850">
              <a:latin typeface="Cambria"/>
              <a:cs typeface="Cambri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5343764" y="1215397"/>
            <a:ext cx="259079" cy="130175"/>
            <a:chOff x="5343764" y="1215397"/>
            <a:chExt cx="259079" cy="130175"/>
          </a:xfrm>
        </p:grpSpPr>
        <p:sp>
          <p:nvSpPr>
            <p:cNvPr id="187" name="object 187"/>
            <p:cNvSpPr/>
            <p:nvPr/>
          </p:nvSpPr>
          <p:spPr>
            <a:xfrm>
              <a:off x="5349162" y="1220794"/>
              <a:ext cx="248285" cy="119380"/>
            </a:xfrm>
            <a:custGeom>
              <a:avLst/>
              <a:gdLst/>
              <a:ahLst/>
              <a:cxnLst/>
              <a:rect l="l" t="t" r="r" b="b"/>
              <a:pathLst>
                <a:path w="248285" h="119380">
                  <a:moveTo>
                    <a:pt x="247685" y="78923"/>
                  </a:moveTo>
                  <a:lnTo>
                    <a:pt x="234251" y="0"/>
                  </a:lnTo>
                  <a:lnTo>
                    <a:pt x="0" y="39461"/>
                  </a:lnTo>
                  <a:lnTo>
                    <a:pt x="13433" y="119224"/>
                  </a:lnTo>
                  <a:lnTo>
                    <a:pt x="247685" y="7892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349162" y="1220794"/>
              <a:ext cx="248285" cy="119380"/>
            </a:xfrm>
            <a:custGeom>
              <a:avLst/>
              <a:gdLst/>
              <a:ahLst/>
              <a:cxnLst/>
              <a:rect l="l" t="t" r="r" b="b"/>
              <a:pathLst>
                <a:path w="248285" h="119380">
                  <a:moveTo>
                    <a:pt x="13433" y="119224"/>
                  </a:moveTo>
                  <a:lnTo>
                    <a:pt x="247685" y="78923"/>
                  </a:lnTo>
                  <a:lnTo>
                    <a:pt x="234251" y="0"/>
                  </a:lnTo>
                  <a:lnTo>
                    <a:pt x="0" y="39461"/>
                  </a:lnTo>
                  <a:lnTo>
                    <a:pt x="13433" y="119224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189"/>
          <p:cNvSpPr txBox="1"/>
          <p:nvPr/>
        </p:nvSpPr>
        <p:spPr>
          <a:xfrm rot="15660000">
            <a:off x="5410618" y="1221755"/>
            <a:ext cx="138565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7402089" y="658734"/>
            <a:ext cx="1302385" cy="1787525"/>
            <a:chOff x="7402089" y="658734"/>
            <a:chExt cx="1302385" cy="1787525"/>
          </a:xfrm>
        </p:grpSpPr>
        <p:sp>
          <p:nvSpPr>
            <p:cNvPr id="191" name="object 191"/>
            <p:cNvSpPr/>
            <p:nvPr/>
          </p:nvSpPr>
          <p:spPr>
            <a:xfrm>
              <a:off x="7417964" y="762366"/>
              <a:ext cx="1270635" cy="1667510"/>
            </a:xfrm>
            <a:custGeom>
              <a:avLst/>
              <a:gdLst/>
              <a:ahLst/>
              <a:cxnLst/>
              <a:rect l="l" t="t" r="r" b="b"/>
              <a:pathLst>
                <a:path w="1270634" h="1667510">
                  <a:moveTo>
                    <a:pt x="1270331" y="0"/>
                  </a:moveTo>
                  <a:lnTo>
                    <a:pt x="1270331" y="1667467"/>
                  </a:lnTo>
                </a:path>
                <a:path w="1270634" h="1667510">
                  <a:moveTo>
                    <a:pt x="0" y="0"/>
                  </a:moveTo>
                  <a:lnTo>
                    <a:pt x="1270331" y="0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572452" y="664132"/>
              <a:ext cx="248285" cy="118110"/>
            </a:xfrm>
            <a:custGeom>
              <a:avLst/>
              <a:gdLst/>
              <a:ahLst/>
              <a:cxnLst/>
              <a:rect l="l" t="t" r="r" b="b"/>
              <a:pathLst>
                <a:path w="248284" h="118109">
                  <a:moveTo>
                    <a:pt x="247685" y="78083"/>
                  </a:moveTo>
                  <a:lnTo>
                    <a:pt x="234251" y="0"/>
                  </a:lnTo>
                  <a:lnTo>
                    <a:pt x="0" y="40301"/>
                  </a:lnTo>
                  <a:lnTo>
                    <a:pt x="13433" y="117545"/>
                  </a:lnTo>
                  <a:lnTo>
                    <a:pt x="247685" y="78083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572452" y="664132"/>
              <a:ext cx="248285" cy="118110"/>
            </a:xfrm>
            <a:custGeom>
              <a:avLst/>
              <a:gdLst/>
              <a:ahLst/>
              <a:cxnLst/>
              <a:rect l="l" t="t" r="r" b="b"/>
              <a:pathLst>
                <a:path w="248284" h="118109">
                  <a:moveTo>
                    <a:pt x="13433" y="117545"/>
                  </a:moveTo>
                  <a:lnTo>
                    <a:pt x="247685" y="78083"/>
                  </a:lnTo>
                  <a:lnTo>
                    <a:pt x="234251" y="0"/>
                  </a:lnTo>
                  <a:lnTo>
                    <a:pt x="0" y="40301"/>
                  </a:lnTo>
                  <a:lnTo>
                    <a:pt x="13433" y="117545"/>
                  </a:lnTo>
                  <a:close/>
                </a:path>
              </a:pathLst>
            </a:custGeom>
            <a:ln w="10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 rot="15660000">
            <a:off x="7634748" y="665093"/>
            <a:ext cx="138565" cy="111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50" b="1" spc="-50" dirty="0">
                <a:latin typeface="Arial"/>
                <a:cs typeface="Arial"/>
              </a:rPr>
              <a:t>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6370206" y="1461840"/>
            <a:ext cx="2334260" cy="984250"/>
            <a:chOff x="6370206" y="1461840"/>
            <a:chExt cx="2334260" cy="984250"/>
          </a:xfrm>
        </p:grpSpPr>
        <p:sp>
          <p:nvSpPr>
            <p:cNvPr id="196" name="object 196"/>
            <p:cNvSpPr/>
            <p:nvPr/>
          </p:nvSpPr>
          <p:spPr>
            <a:xfrm>
              <a:off x="6386081" y="2429834"/>
              <a:ext cx="2302510" cy="0"/>
            </a:xfrm>
            <a:custGeom>
              <a:avLst/>
              <a:gdLst/>
              <a:ahLst/>
              <a:cxnLst/>
              <a:rect l="l" t="t" r="r" b="b"/>
              <a:pathLst>
                <a:path w="2302509">
                  <a:moveTo>
                    <a:pt x="0" y="0"/>
                  </a:moveTo>
                  <a:lnTo>
                    <a:pt x="2302213" y="0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8053549" y="1477715"/>
              <a:ext cx="394970" cy="395605"/>
            </a:xfrm>
            <a:custGeom>
              <a:avLst/>
              <a:gdLst/>
              <a:ahLst/>
              <a:cxnLst/>
              <a:rect l="l" t="t" r="r" b="b"/>
              <a:pathLst>
                <a:path w="394970" h="395605">
                  <a:moveTo>
                    <a:pt x="394617" y="198148"/>
                  </a:moveTo>
                  <a:lnTo>
                    <a:pt x="389415" y="152804"/>
                  </a:lnTo>
                  <a:lnTo>
                    <a:pt x="374593" y="111132"/>
                  </a:lnTo>
                  <a:lnTo>
                    <a:pt x="351327" y="74336"/>
                  </a:lnTo>
                  <a:lnTo>
                    <a:pt x="320790" y="43620"/>
                  </a:lnTo>
                  <a:lnTo>
                    <a:pt x="284158" y="20189"/>
                  </a:lnTo>
                  <a:lnTo>
                    <a:pt x="242605" y="5248"/>
                  </a:lnTo>
                  <a:lnTo>
                    <a:pt x="197308" y="0"/>
                  </a:lnTo>
                  <a:lnTo>
                    <a:pt x="152011" y="5248"/>
                  </a:lnTo>
                  <a:lnTo>
                    <a:pt x="110459" y="20189"/>
                  </a:lnTo>
                  <a:lnTo>
                    <a:pt x="73827" y="43620"/>
                  </a:lnTo>
                  <a:lnTo>
                    <a:pt x="43290" y="74336"/>
                  </a:lnTo>
                  <a:lnTo>
                    <a:pt x="20023" y="111132"/>
                  </a:lnTo>
                  <a:lnTo>
                    <a:pt x="5201" y="152804"/>
                  </a:lnTo>
                  <a:lnTo>
                    <a:pt x="0" y="198148"/>
                  </a:lnTo>
                  <a:lnTo>
                    <a:pt x="5201" y="243445"/>
                  </a:lnTo>
                  <a:lnTo>
                    <a:pt x="20023" y="284997"/>
                  </a:lnTo>
                  <a:lnTo>
                    <a:pt x="43290" y="321629"/>
                  </a:lnTo>
                  <a:lnTo>
                    <a:pt x="73827" y="352166"/>
                  </a:lnTo>
                  <a:lnTo>
                    <a:pt x="110459" y="375433"/>
                  </a:lnTo>
                  <a:lnTo>
                    <a:pt x="152011" y="390255"/>
                  </a:lnTo>
                  <a:lnTo>
                    <a:pt x="197308" y="395456"/>
                  </a:lnTo>
                  <a:lnTo>
                    <a:pt x="242605" y="390255"/>
                  </a:lnTo>
                  <a:lnTo>
                    <a:pt x="284158" y="375433"/>
                  </a:lnTo>
                  <a:lnTo>
                    <a:pt x="320790" y="352166"/>
                  </a:lnTo>
                  <a:lnTo>
                    <a:pt x="351327" y="321629"/>
                  </a:lnTo>
                  <a:lnTo>
                    <a:pt x="374593" y="284997"/>
                  </a:lnTo>
                  <a:lnTo>
                    <a:pt x="389415" y="243445"/>
                  </a:lnTo>
                  <a:lnTo>
                    <a:pt x="394617" y="19814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8053549" y="1477715"/>
              <a:ext cx="394970" cy="395605"/>
            </a:xfrm>
            <a:custGeom>
              <a:avLst/>
              <a:gdLst/>
              <a:ahLst/>
              <a:cxnLst/>
              <a:rect l="l" t="t" r="r" b="b"/>
              <a:pathLst>
                <a:path w="394970" h="395605">
                  <a:moveTo>
                    <a:pt x="197308" y="0"/>
                  </a:moveTo>
                  <a:lnTo>
                    <a:pt x="152011" y="5248"/>
                  </a:lnTo>
                  <a:lnTo>
                    <a:pt x="110459" y="20189"/>
                  </a:lnTo>
                  <a:lnTo>
                    <a:pt x="73827" y="43620"/>
                  </a:lnTo>
                  <a:lnTo>
                    <a:pt x="43290" y="74336"/>
                  </a:lnTo>
                  <a:lnTo>
                    <a:pt x="20023" y="111132"/>
                  </a:lnTo>
                  <a:lnTo>
                    <a:pt x="5201" y="152804"/>
                  </a:lnTo>
                  <a:lnTo>
                    <a:pt x="0" y="198148"/>
                  </a:lnTo>
                  <a:lnTo>
                    <a:pt x="5201" y="243445"/>
                  </a:lnTo>
                  <a:lnTo>
                    <a:pt x="20023" y="284997"/>
                  </a:lnTo>
                  <a:lnTo>
                    <a:pt x="43290" y="321629"/>
                  </a:lnTo>
                  <a:lnTo>
                    <a:pt x="73827" y="352166"/>
                  </a:lnTo>
                  <a:lnTo>
                    <a:pt x="110459" y="375433"/>
                  </a:lnTo>
                  <a:lnTo>
                    <a:pt x="152011" y="390255"/>
                  </a:lnTo>
                  <a:lnTo>
                    <a:pt x="197308" y="395456"/>
                  </a:lnTo>
                  <a:lnTo>
                    <a:pt x="242605" y="390255"/>
                  </a:lnTo>
                  <a:lnTo>
                    <a:pt x="284158" y="375433"/>
                  </a:lnTo>
                  <a:lnTo>
                    <a:pt x="320790" y="352166"/>
                  </a:lnTo>
                  <a:lnTo>
                    <a:pt x="351327" y="321629"/>
                  </a:lnTo>
                  <a:lnTo>
                    <a:pt x="374593" y="284997"/>
                  </a:lnTo>
                  <a:lnTo>
                    <a:pt x="389415" y="243445"/>
                  </a:lnTo>
                  <a:lnTo>
                    <a:pt x="394617" y="198148"/>
                  </a:lnTo>
                  <a:lnTo>
                    <a:pt x="389415" y="152804"/>
                  </a:lnTo>
                  <a:lnTo>
                    <a:pt x="374593" y="111132"/>
                  </a:lnTo>
                  <a:lnTo>
                    <a:pt x="351327" y="74336"/>
                  </a:lnTo>
                  <a:lnTo>
                    <a:pt x="320790" y="43620"/>
                  </a:lnTo>
                  <a:lnTo>
                    <a:pt x="284158" y="20189"/>
                  </a:lnTo>
                  <a:lnTo>
                    <a:pt x="242605" y="5248"/>
                  </a:lnTo>
                  <a:lnTo>
                    <a:pt x="197308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9" name="object 199"/>
          <p:cNvSpPr txBox="1"/>
          <p:nvPr/>
        </p:nvSpPr>
        <p:spPr>
          <a:xfrm>
            <a:off x="8128168" y="1543938"/>
            <a:ext cx="2501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latin typeface="Arial"/>
                <a:cs typeface="Arial"/>
              </a:rPr>
              <a:t>Q6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-15875" y="1059306"/>
            <a:ext cx="7955915" cy="5503545"/>
            <a:chOff x="-15875" y="1059306"/>
            <a:chExt cx="7955915" cy="5503545"/>
          </a:xfrm>
        </p:grpSpPr>
        <p:sp>
          <p:nvSpPr>
            <p:cNvPr id="201" name="object 201"/>
            <p:cNvSpPr/>
            <p:nvPr/>
          </p:nvSpPr>
          <p:spPr>
            <a:xfrm>
              <a:off x="4323996" y="5999860"/>
              <a:ext cx="556260" cy="158750"/>
            </a:xfrm>
            <a:custGeom>
              <a:avLst/>
              <a:gdLst/>
              <a:ahLst/>
              <a:cxnLst/>
              <a:rect l="l" t="t" r="r" b="b"/>
              <a:pathLst>
                <a:path w="556260" h="158750">
                  <a:moveTo>
                    <a:pt x="555822" y="0"/>
                  </a:moveTo>
                  <a:lnTo>
                    <a:pt x="0" y="158686"/>
                  </a:lnTo>
                </a:path>
              </a:pathLst>
            </a:custGeom>
            <a:ln w="4198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36397" y="6071787"/>
              <a:ext cx="131539" cy="125661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74007" y="6390000"/>
              <a:ext cx="173519" cy="172680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0" y="1477715"/>
              <a:ext cx="3053715" cy="1824989"/>
            </a:xfrm>
            <a:custGeom>
              <a:avLst/>
              <a:gdLst/>
              <a:ahLst/>
              <a:cxnLst/>
              <a:rect l="l" t="t" r="r" b="b"/>
              <a:pathLst>
                <a:path w="3053715" h="1824989">
                  <a:moveTo>
                    <a:pt x="92357" y="0"/>
                  </a:moveTo>
                  <a:lnTo>
                    <a:pt x="56319" y="7346"/>
                  </a:lnTo>
                  <a:lnTo>
                    <a:pt x="26972" y="27287"/>
                  </a:lnTo>
                  <a:lnTo>
                    <a:pt x="7228" y="56673"/>
                  </a:lnTo>
                  <a:lnTo>
                    <a:pt x="0" y="92357"/>
                  </a:lnTo>
                  <a:lnTo>
                    <a:pt x="0" y="462625"/>
                  </a:lnTo>
                  <a:lnTo>
                    <a:pt x="7228" y="498663"/>
                  </a:lnTo>
                  <a:lnTo>
                    <a:pt x="26972" y="528010"/>
                  </a:lnTo>
                  <a:lnTo>
                    <a:pt x="56319" y="547754"/>
                  </a:lnTo>
                  <a:lnTo>
                    <a:pt x="92357" y="554982"/>
                  </a:lnTo>
                </a:path>
                <a:path w="3053715" h="1824989">
                  <a:moveTo>
                    <a:pt x="2961308" y="0"/>
                  </a:moveTo>
                  <a:lnTo>
                    <a:pt x="2997345" y="7346"/>
                  </a:lnTo>
                  <a:lnTo>
                    <a:pt x="3026693" y="27287"/>
                  </a:lnTo>
                  <a:lnTo>
                    <a:pt x="3046436" y="56673"/>
                  </a:lnTo>
                  <a:lnTo>
                    <a:pt x="3053665" y="92357"/>
                  </a:lnTo>
                  <a:lnTo>
                    <a:pt x="3053665" y="462625"/>
                  </a:lnTo>
                  <a:lnTo>
                    <a:pt x="3046436" y="498663"/>
                  </a:lnTo>
                  <a:lnTo>
                    <a:pt x="3026693" y="528010"/>
                  </a:lnTo>
                  <a:lnTo>
                    <a:pt x="2997345" y="547754"/>
                  </a:lnTo>
                  <a:lnTo>
                    <a:pt x="2961308" y="554982"/>
                  </a:lnTo>
                </a:path>
                <a:path w="3053715" h="1824989">
                  <a:moveTo>
                    <a:pt x="66329" y="1427338"/>
                  </a:moveTo>
                  <a:lnTo>
                    <a:pt x="40380" y="1432625"/>
                  </a:lnTo>
                  <a:lnTo>
                    <a:pt x="19311" y="1446964"/>
                  </a:lnTo>
                  <a:lnTo>
                    <a:pt x="5168" y="1468073"/>
                  </a:lnTo>
                  <a:lnTo>
                    <a:pt x="0" y="1493668"/>
                  </a:lnTo>
                  <a:lnTo>
                    <a:pt x="0" y="1758145"/>
                  </a:lnTo>
                  <a:lnTo>
                    <a:pt x="5168" y="1784094"/>
                  </a:lnTo>
                  <a:lnTo>
                    <a:pt x="19311" y="1805163"/>
                  </a:lnTo>
                  <a:lnTo>
                    <a:pt x="40380" y="1819306"/>
                  </a:lnTo>
                  <a:lnTo>
                    <a:pt x="66329" y="1824474"/>
                  </a:lnTo>
                </a:path>
                <a:path w="3053715" h="1824989">
                  <a:moveTo>
                    <a:pt x="1877370" y="1427338"/>
                  </a:moveTo>
                  <a:lnTo>
                    <a:pt x="1902965" y="1432625"/>
                  </a:lnTo>
                  <a:lnTo>
                    <a:pt x="1924073" y="1446964"/>
                  </a:lnTo>
                  <a:lnTo>
                    <a:pt x="1938412" y="1468073"/>
                  </a:lnTo>
                  <a:lnTo>
                    <a:pt x="1943699" y="1493668"/>
                  </a:lnTo>
                  <a:lnTo>
                    <a:pt x="1943699" y="1758145"/>
                  </a:lnTo>
                  <a:lnTo>
                    <a:pt x="1938412" y="1784094"/>
                  </a:lnTo>
                  <a:lnTo>
                    <a:pt x="1924073" y="1805163"/>
                  </a:lnTo>
                  <a:lnTo>
                    <a:pt x="1902965" y="1819306"/>
                  </a:lnTo>
                  <a:lnTo>
                    <a:pt x="1877370" y="1824474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213191" y="1319029"/>
              <a:ext cx="3094355" cy="1824989"/>
            </a:xfrm>
            <a:custGeom>
              <a:avLst/>
              <a:gdLst/>
              <a:ahLst/>
              <a:cxnLst/>
              <a:rect l="l" t="t" r="r" b="b"/>
              <a:pathLst>
                <a:path w="3094354" h="1824989">
                  <a:moveTo>
                    <a:pt x="0" y="1824474"/>
                  </a:moveTo>
                  <a:lnTo>
                    <a:pt x="2300534" y="158686"/>
                  </a:lnTo>
                </a:path>
                <a:path w="3094354" h="1824989">
                  <a:moveTo>
                    <a:pt x="2300534" y="158686"/>
                  </a:moveTo>
                  <a:lnTo>
                    <a:pt x="3093966" y="0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577490" y="1794248"/>
              <a:ext cx="238125" cy="79375"/>
            </a:xfrm>
            <a:custGeom>
              <a:avLst/>
              <a:gdLst/>
              <a:ahLst/>
              <a:cxnLst/>
              <a:rect l="l" t="t" r="r" b="b"/>
              <a:pathLst>
                <a:path w="238125" h="79375">
                  <a:moveTo>
                    <a:pt x="0" y="0"/>
                  </a:moveTo>
                  <a:lnTo>
                    <a:pt x="237609" y="78923"/>
                  </a:lnTo>
                </a:path>
              </a:pathLst>
            </a:custGeom>
            <a:ln w="6297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08103" y="1787252"/>
              <a:ext cx="131539" cy="126501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6783217" y="1080579"/>
              <a:ext cx="713740" cy="397510"/>
            </a:xfrm>
            <a:custGeom>
              <a:avLst/>
              <a:gdLst/>
              <a:ahLst/>
              <a:cxnLst/>
              <a:rect l="l" t="t" r="r" b="b"/>
              <a:pathLst>
                <a:path w="713740" h="397509">
                  <a:moveTo>
                    <a:pt x="0" y="0"/>
                  </a:moveTo>
                  <a:lnTo>
                    <a:pt x="713669" y="397136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386081" y="1319029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358513" y="178837"/>
                  </a:moveTo>
                  <a:lnTo>
                    <a:pt x="352146" y="131189"/>
                  </a:lnTo>
                  <a:lnTo>
                    <a:pt x="334165" y="88439"/>
                  </a:lnTo>
                  <a:lnTo>
                    <a:pt x="306248" y="52265"/>
                  </a:lnTo>
                  <a:lnTo>
                    <a:pt x="270074" y="24348"/>
                  </a:lnTo>
                  <a:lnTo>
                    <a:pt x="227324" y="6367"/>
                  </a:lnTo>
                  <a:lnTo>
                    <a:pt x="179676" y="0"/>
                  </a:lnTo>
                  <a:lnTo>
                    <a:pt x="131966" y="6367"/>
                  </a:lnTo>
                  <a:lnTo>
                    <a:pt x="89060" y="24348"/>
                  </a:lnTo>
                  <a:lnTo>
                    <a:pt x="52685" y="52265"/>
                  </a:lnTo>
                  <a:lnTo>
                    <a:pt x="24566" y="88439"/>
                  </a:lnTo>
                  <a:lnTo>
                    <a:pt x="6429" y="131189"/>
                  </a:lnTo>
                  <a:lnTo>
                    <a:pt x="0" y="178837"/>
                  </a:lnTo>
                  <a:lnTo>
                    <a:pt x="6429" y="226547"/>
                  </a:lnTo>
                  <a:lnTo>
                    <a:pt x="24566" y="269452"/>
                  </a:lnTo>
                  <a:lnTo>
                    <a:pt x="52685" y="305828"/>
                  </a:lnTo>
                  <a:lnTo>
                    <a:pt x="89060" y="333947"/>
                  </a:lnTo>
                  <a:lnTo>
                    <a:pt x="131966" y="352084"/>
                  </a:lnTo>
                  <a:lnTo>
                    <a:pt x="179676" y="358513"/>
                  </a:lnTo>
                  <a:lnTo>
                    <a:pt x="227324" y="352084"/>
                  </a:lnTo>
                  <a:lnTo>
                    <a:pt x="270074" y="333947"/>
                  </a:lnTo>
                  <a:lnTo>
                    <a:pt x="306248" y="305828"/>
                  </a:lnTo>
                  <a:lnTo>
                    <a:pt x="334165" y="269452"/>
                  </a:lnTo>
                  <a:lnTo>
                    <a:pt x="352146" y="226547"/>
                  </a:lnTo>
                  <a:lnTo>
                    <a:pt x="358513" y="17883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386081" y="1319029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179676" y="0"/>
                  </a:moveTo>
                  <a:lnTo>
                    <a:pt x="131966" y="6367"/>
                  </a:lnTo>
                  <a:lnTo>
                    <a:pt x="89060" y="24348"/>
                  </a:lnTo>
                  <a:lnTo>
                    <a:pt x="52685" y="52265"/>
                  </a:lnTo>
                  <a:lnTo>
                    <a:pt x="24566" y="88439"/>
                  </a:lnTo>
                  <a:lnTo>
                    <a:pt x="6429" y="131189"/>
                  </a:lnTo>
                  <a:lnTo>
                    <a:pt x="0" y="178837"/>
                  </a:lnTo>
                  <a:lnTo>
                    <a:pt x="6429" y="226547"/>
                  </a:lnTo>
                  <a:lnTo>
                    <a:pt x="24566" y="269452"/>
                  </a:lnTo>
                  <a:lnTo>
                    <a:pt x="52685" y="305828"/>
                  </a:lnTo>
                  <a:lnTo>
                    <a:pt x="89060" y="333947"/>
                  </a:lnTo>
                  <a:lnTo>
                    <a:pt x="131966" y="352084"/>
                  </a:lnTo>
                  <a:lnTo>
                    <a:pt x="179676" y="358513"/>
                  </a:lnTo>
                  <a:lnTo>
                    <a:pt x="227324" y="352084"/>
                  </a:lnTo>
                  <a:lnTo>
                    <a:pt x="270074" y="333947"/>
                  </a:lnTo>
                  <a:lnTo>
                    <a:pt x="306248" y="305828"/>
                  </a:lnTo>
                  <a:lnTo>
                    <a:pt x="334165" y="269452"/>
                  </a:lnTo>
                  <a:lnTo>
                    <a:pt x="352146" y="226547"/>
                  </a:lnTo>
                  <a:lnTo>
                    <a:pt x="358513" y="178837"/>
                  </a:lnTo>
                  <a:lnTo>
                    <a:pt x="352146" y="131189"/>
                  </a:lnTo>
                  <a:lnTo>
                    <a:pt x="334165" y="88439"/>
                  </a:lnTo>
                  <a:lnTo>
                    <a:pt x="306248" y="52265"/>
                  </a:lnTo>
                  <a:lnTo>
                    <a:pt x="270074" y="24348"/>
                  </a:lnTo>
                  <a:lnTo>
                    <a:pt x="227324" y="6367"/>
                  </a:lnTo>
                  <a:lnTo>
                    <a:pt x="179676" y="0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6432989" y="1370974"/>
            <a:ext cx="953769" cy="3562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2100" marR="5080" indent="-280035">
              <a:lnSpc>
                <a:spcPct val="87800"/>
              </a:lnSpc>
              <a:spcBef>
                <a:spcPts val="340"/>
              </a:spcBef>
            </a:pPr>
            <a:r>
              <a:rPr sz="1400" b="1" dirty="0">
                <a:latin typeface="Arial"/>
                <a:cs typeface="Arial"/>
              </a:rPr>
              <a:t>Q1 </a:t>
            </a:r>
            <a:r>
              <a:rPr sz="1275" b="1" baseline="3267" dirty="0">
                <a:latin typeface="Arial"/>
                <a:cs typeface="Arial"/>
              </a:rPr>
              <a:t>Cluster-</a:t>
            </a:r>
            <a:r>
              <a:rPr sz="1275" b="1" spc="-30" baseline="3267" dirty="0">
                <a:latin typeface="Arial"/>
                <a:cs typeface="Arial"/>
              </a:rPr>
              <a:t>104: </a:t>
            </a:r>
            <a:r>
              <a:rPr sz="850" b="1" dirty="0">
                <a:latin typeface="Arial"/>
                <a:cs typeface="Arial"/>
              </a:rPr>
              <a:t>GF-</a:t>
            </a:r>
            <a:r>
              <a:rPr sz="850" b="1" spc="35" dirty="0">
                <a:latin typeface="Arial"/>
                <a:cs typeface="Arial"/>
              </a:rPr>
              <a:t> </a:t>
            </a:r>
            <a:r>
              <a:rPr sz="850" b="1" spc="-25" dirty="0">
                <a:latin typeface="Arial"/>
                <a:cs typeface="Arial"/>
              </a:rPr>
              <a:t>127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2737132" y="605359"/>
            <a:ext cx="5238115" cy="6268720"/>
            <a:chOff x="2737132" y="605359"/>
            <a:chExt cx="5238115" cy="6268720"/>
          </a:xfrm>
        </p:grpSpPr>
        <p:sp>
          <p:nvSpPr>
            <p:cNvPr id="213" name="object 213"/>
            <p:cNvSpPr/>
            <p:nvPr/>
          </p:nvSpPr>
          <p:spPr>
            <a:xfrm>
              <a:off x="7338200" y="1794248"/>
              <a:ext cx="239395" cy="476250"/>
            </a:xfrm>
            <a:custGeom>
              <a:avLst/>
              <a:gdLst/>
              <a:ahLst/>
              <a:cxnLst/>
              <a:rect l="l" t="t" r="r" b="b"/>
              <a:pathLst>
                <a:path w="239395" h="476250">
                  <a:moveTo>
                    <a:pt x="239289" y="0"/>
                  </a:moveTo>
                  <a:lnTo>
                    <a:pt x="0" y="476059"/>
                  </a:lnTo>
                </a:path>
              </a:pathLst>
            </a:custGeom>
            <a:ln w="4198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252280" y="2184388"/>
              <a:ext cx="130699" cy="126501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7496887" y="1477715"/>
              <a:ext cx="80645" cy="952500"/>
            </a:xfrm>
            <a:custGeom>
              <a:avLst/>
              <a:gdLst/>
              <a:ahLst/>
              <a:cxnLst/>
              <a:rect l="l" t="t" r="r" b="b"/>
              <a:pathLst>
                <a:path w="80645" h="952500">
                  <a:moveTo>
                    <a:pt x="0" y="0"/>
                  </a:moveTo>
                  <a:lnTo>
                    <a:pt x="80602" y="952118"/>
                  </a:lnTo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6" name="object 21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805024" y="605359"/>
              <a:ext cx="88998" cy="88998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97192" y="1277048"/>
              <a:ext cx="162044" cy="83961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3450801" y="5999860"/>
              <a:ext cx="1903730" cy="872490"/>
            </a:xfrm>
            <a:custGeom>
              <a:avLst/>
              <a:gdLst/>
              <a:ahLst/>
              <a:cxnLst/>
              <a:rect l="l" t="t" r="r" b="b"/>
              <a:pathLst>
                <a:path w="1903729" h="872490">
                  <a:moveTo>
                    <a:pt x="952118" y="0"/>
                  </a:moveTo>
                  <a:lnTo>
                    <a:pt x="886959" y="1008"/>
                  </a:lnTo>
                  <a:lnTo>
                    <a:pt x="822973" y="3988"/>
                  </a:lnTo>
                  <a:lnTo>
                    <a:pt x="760303" y="8876"/>
                  </a:lnTo>
                  <a:lnTo>
                    <a:pt x="699092" y="15606"/>
                  </a:lnTo>
                  <a:lnTo>
                    <a:pt x="639482" y="24113"/>
                  </a:lnTo>
                  <a:lnTo>
                    <a:pt x="581614" y="34332"/>
                  </a:lnTo>
                  <a:lnTo>
                    <a:pt x="525631" y="46197"/>
                  </a:lnTo>
                  <a:lnTo>
                    <a:pt x="471674" y="59643"/>
                  </a:lnTo>
                  <a:lnTo>
                    <a:pt x="419887" y="74605"/>
                  </a:lnTo>
                  <a:lnTo>
                    <a:pt x="370411" y="91018"/>
                  </a:lnTo>
                  <a:lnTo>
                    <a:pt x="323388" y="108817"/>
                  </a:lnTo>
                  <a:lnTo>
                    <a:pt x="278960" y="127935"/>
                  </a:lnTo>
                  <a:lnTo>
                    <a:pt x="237270" y="148309"/>
                  </a:lnTo>
                  <a:lnTo>
                    <a:pt x="198460" y="169873"/>
                  </a:lnTo>
                  <a:lnTo>
                    <a:pt x="162671" y="192561"/>
                  </a:lnTo>
                  <a:lnTo>
                    <a:pt x="130046" y="216308"/>
                  </a:lnTo>
                  <a:lnTo>
                    <a:pt x="100727" y="241050"/>
                  </a:lnTo>
                  <a:lnTo>
                    <a:pt x="52575" y="293255"/>
                  </a:lnTo>
                  <a:lnTo>
                    <a:pt x="19353" y="348653"/>
                  </a:lnTo>
                  <a:lnTo>
                    <a:pt x="2197" y="406723"/>
                  </a:lnTo>
                  <a:lnTo>
                    <a:pt x="0" y="436597"/>
                  </a:lnTo>
                  <a:lnTo>
                    <a:pt x="2197" y="466467"/>
                  </a:lnTo>
                  <a:lnTo>
                    <a:pt x="19353" y="524506"/>
                  </a:lnTo>
                  <a:lnTo>
                    <a:pt x="52575" y="579846"/>
                  </a:lnTo>
                  <a:lnTo>
                    <a:pt x="100727" y="631972"/>
                  </a:lnTo>
                  <a:lnTo>
                    <a:pt x="130046" y="656669"/>
                  </a:lnTo>
                  <a:lnTo>
                    <a:pt x="162671" y="680368"/>
                  </a:lnTo>
                  <a:lnTo>
                    <a:pt x="198460" y="703006"/>
                  </a:lnTo>
                  <a:lnTo>
                    <a:pt x="237270" y="724518"/>
                  </a:lnTo>
                  <a:lnTo>
                    <a:pt x="278960" y="744839"/>
                  </a:lnTo>
                  <a:lnTo>
                    <a:pt x="323388" y="763906"/>
                  </a:lnTo>
                  <a:lnTo>
                    <a:pt x="370411" y="781653"/>
                  </a:lnTo>
                  <a:lnTo>
                    <a:pt x="419887" y="798015"/>
                  </a:lnTo>
                  <a:lnTo>
                    <a:pt x="471674" y="812930"/>
                  </a:lnTo>
                  <a:lnTo>
                    <a:pt x="525631" y="826331"/>
                  </a:lnTo>
                  <a:lnTo>
                    <a:pt x="581614" y="838154"/>
                  </a:lnTo>
                  <a:lnTo>
                    <a:pt x="639482" y="848336"/>
                  </a:lnTo>
                  <a:lnTo>
                    <a:pt x="699092" y="856811"/>
                  </a:lnTo>
                  <a:lnTo>
                    <a:pt x="760303" y="863515"/>
                  </a:lnTo>
                  <a:lnTo>
                    <a:pt x="822973" y="868383"/>
                  </a:lnTo>
                  <a:lnTo>
                    <a:pt x="886959" y="871352"/>
                  </a:lnTo>
                  <a:lnTo>
                    <a:pt x="952118" y="872355"/>
                  </a:lnTo>
                  <a:lnTo>
                    <a:pt x="1017274" y="871352"/>
                  </a:lnTo>
                  <a:lnTo>
                    <a:pt x="1081248" y="868383"/>
                  </a:lnTo>
                  <a:lnTo>
                    <a:pt x="1143897" y="863515"/>
                  </a:lnTo>
                  <a:lnTo>
                    <a:pt x="1205082" y="856811"/>
                  </a:lnTo>
                  <a:lnTo>
                    <a:pt x="1264661" y="848336"/>
                  </a:lnTo>
                  <a:lnTo>
                    <a:pt x="1322492" y="838154"/>
                  </a:lnTo>
                  <a:lnTo>
                    <a:pt x="1378434" y="826331"/>
                  </a:lnTo>
                  <a:lnTo>
                    <a:pt x="1432345" y="812930"/>
                  </a:lnTo>
                  <a:lnTo>
                    <a:pt x="1484084" y="798015"/>
                  </a:lnTo>
                  <a:lnTo>
                    <a:pt x="1533510" y="781653"/>
                  </a:lnTo>
                  <a:lnTo>
                    <a:pt x="1580482" y="763906"/>
                  </a:lnTo>
                  <a:lnTo>
                    <a:pt x="1624857" y="744839"/>
                  </a:lnTo>
                  <a:lnTo>
                    <a:pt x="1666495" y="724518"/>
                  </a:lnTo>
                  <a:lnTo>
                    <a:pt x="1705254" y="703006"/>
                  </a:lnTo>
                  <a:lnTo>
                    <a:pt x="1740992" y="680368"/>
                  </a:lnTo>
                  <a:lnTo>
                    <a:pt x="1773569" y="656669"/>
                  </a:lnTo>
                  <a:lnTo>
                    <a:pt x="1802843" y="631972"/>
                  </a:lnTo>
                  <a:lnTo>
                    <a:pt x="1850916" y="579846"/>
                  </a:lnTo>
                  <a:lnTo>
                    <a:pt x="1884080" y="524506"/>
                  </a:lnTo>
                  <a:lnTo>
                    <a:pt x="1901204" y="466467"/>
                  </a:lnTo>
                  <a:lnTo>
                    <a:pt x="1903398" y="436597"/>
                  </a:lnTo>
                  <a:lnTo>
                    <a:pt x="1901204" y="406723"/>
                  </a:lnTo>
                  <a:lnTo>
                    <a:pt x="1884080" y="348653"/>
                  </a:lnTo>
                  <a:lnTo>
                    <a:pt x="1850916" y="293255"/>
                  </a:lnTo>
                  <a:lnTo>
                    <a:pt x="1802843" y="241050"/>
                  </a:lnTo>
                  <a:lnTo>
                    <a:pt x="1773569" y="216308"/>
                  </a:lnTo>
                  <a:lnTo>
                    <a:pt x="1740992" y="192561"/>
                  </a:lnTo>
                  <a:lnTo>
                    <a:pt x="1705254" y="169873"/>
                  </a:lnTo>
                  <a:lnTo>
                    <a:pt x="1666495" y="148309"/>
                  </a:lnTo>
                  <a:lnTo>
                    <a:pt x="1624857" y="127935"/>
                  </a:lnTo>
                  <a:lnTo>
                    <a:pt x="1580482" y="108817"/>
                  </a:lnTo>
                  <a:lnTo>
                    <a:pt x="1533510" y="91018"/>
                  </a:lnTo>
                  <a:lnTo>
                    <a:pt x="1484084" y="74605"/>
                  </a:lnTo>
                  <a:lnTo>
                    <a:pt x="1432345" y="59643"/>
                  </a:lnTo>
                  <a:lnTo>
                    <a:pt x="1378434" y="46197"/>
                  </a:lnTo>
                  <a:lnTo>
                    <a:pt x="1322492" y="34332"/>
                  </a:lnTo>
                  <a:lnTo>
                    <a:pt x="1264661" y="24113"/>
                  </a:lnTo>
                  <a:lnTo>
                    <a:pt x="1205082" y="15606"/>
                  </a:lnTo>
                  <a:lnTo>
                    <a:pt x="1143897" y="8876"/>
                  </a:lnTo>
                  <a:lnTo>
                    <a:pt x="1081248" y="3988"/>
                  </a:lnTo>
                  <a:lnTo>
                    <a:pt x="1017274" y="1008"/>
                  </a:lnTo>
                  <a:lnTo>
                    <a:pt x="952118" y="0"/>
                  </a:lnTo>
                  <a:close/>
                </a:path>
              </a:pathLst>
            </a:custGeom>
            <a:ln w="3498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737132" y="5276115"/>
              <a:ext cx="638175" cy="252729"/>
            </a:xfrm>
            <a:custGeom>
              <a:avLst/>
              <a:gdLst/>
              <a:ahLst/>
              <a:cxnLst/>
              <a:rect l="l" t="t" r="r" b="b"/>
              <a:pathLst>
                <a:path w="638175" h="252729">
                  <a:moveTo>
                    <a:pt x="94036" y="0"/>
                  </a:moveTo>
                  <a:lnTo>
                    <a:pt x="0" y="10075"/>
                  </a:lnTo>
                  <a:lnTo>
                    <a:pt x="61291" y="76205"/>
                  </a:lnTo>
                  <a:lnTo>
                    <a:pt x="61291" y="32744"/>
                  </a:lnTo>
                  <a:lnTo>
                    <a:pt x="63810" y="29386"/>
                  </a:lnTo>
                  <a:lnTo>
                    <a:pt x="68008" y="29386"/>
                  </a:lnTo>
                  <a:lnTo>
                    <a:pt x="80923" y="34239"/>
                  </a:lnTo>
                  <a:lnTo>
                    <a:pt x="94036" y="0"/>
                  </a:lnTo>
                  <a:close/>
                </a:path>
                <a:path w="638175" h="252729">
                  <a:moveTo>
                    <a:pt x="80923" y="34239"/>
                  </a:moveTo>
                  <a:lnTo>
                    <a:pt x="68008" y="29386"/>
                  </a:lnTo>
                  <a:lnTo>
                    <a:pt x="63810" y="29386"/>
                  </a:lnTo>
                  <a:lnTo>
                    <a:pt x="61291" y="32744"/>
                  </a:lnTo>
                  <a:lnTo>
                    <a:pt x="61291" y="36942"/>
                  </a:lnTo>
                  <a:lnTo>
                    <a:pt x="63810" y="39461"/>
                  </a:lnTo>
                  <a:lnTo>
                    <a:pt x="77022" y="44425"/>
                  </a:lnTo>
                  <a:lnTo>
                    <a:pt x="80923" y="34239"/>
                  </a:lnTo>
                  <a:close/>
                </a:path>
                <a:path w="638175" h="252729">
                  <a:moveTo>
                    <a:pt x="77022" y="44425"/>
                  </a:moveTo>
                  <a:lnTo>
                    <a:pt x="63810" y="39461"/>
                  </a:lnTo>
                  <a:lnTo>
                    <a:pt x="61291" y="36942"/>
                  </a:lnTo>
                  <a:lnTo>
                    <a:pt x="61291" y="76205"/>
                  </a:lnTo>
                  <a:lnTo>
                    <a:pt x="63810" y="78923"/>
                  </a:lnTo>
                  <a:lnTo>
                    <a:pt x="77022" y="44425"/>
                  </a:lnTo>
                  <a:close/>
                </a:path>
                <a:path w="638175" h="252729">
                  <a:moveTo>
                    <a:pt x="638104" y="249364"/>
                  </a:moveTo>
                  <a:lnTo>
                    <a:pt x="638104" y="246006"/>
                  </a:lnTo>
                  <a:lnTo>
                    <a:pt x="635585" y="242647"/>
                  </a:lnTo>
                  <a:lnTo>
                    <a:pt x="80923" y="34239"/>
                  </a:lnTo>
                  <a:lnTo>
                    <a:pt x="77022" y="44425"/>
                  </a:lnTo>
                  <a:lnTo>
                    <a:pt x="631387" y="252722"/>
                  </a:lnTo>
                  <a:lnTo>
                    <a:pt x="635585" y="252722"/>
                  </a:lnTo>
                  <a:lnTo>
                    <a:pt x="638104" y="2493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434802" y="6470043"/>
              <a:ext cx="164563" cy="164563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404530" y="2667444"/>
              <a:ext cx="97394" cy="242647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888985" y="1868134"/>
              <a:ext cx="85640" cy="162884"/>
            </a:xfrm>
            <a:prstGeom prst="rect">
              <a:avLst/>
            </a:prstGeom>
          </p:spPr>
        </p:pic>
      </p:grpSp>
      <p:sp>
        <p:nvSpPr>
          <p:cNvPr id="223" name="object 223"/>
          <p:cNvSpPr txBox="1"/>
          <p:nvPr/>
        </p:nvSpPr>
        <p:spPr>
          <a:xfrm>
            <a:off x="8217168" y="4885591"/>
            <a:ext cx="168465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Cluster-7:</a:t>
            </a:r>
            <a:r>
              <a:rPr sz="850" b="1" spc="8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GF-,38,146,</a:t>
            </a:r>
            <a:r>
              <a:rPr sz="850" b="1" spc="10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150,</a:t>
            </a:r>
            <a:r>
              <a:rPr sz="850" b="1" spc="10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169,</a:t>
            </a:r>
            <a:endParaRPr sz="850">
              <a:latin typeface="Arial"/>
              <a:cs typeface="Arial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8217168" y="5019926"/>
            <a:ext cx="1798955" cy="311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latin typeface="Arial"/>
                <a:cs typeface="Arial"/>
              </a:rPr>
              <a:t>175,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192,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199,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204,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208,</a:t>
            </a:r>
            <a:r>
              <a:rPr sz="850" b="1" spc="6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226,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180,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7</a:t>
            </a:r>
            <a:r>
              <a:rPr sz="850" b="1" dirty="0">
                <a:latin typeface="Arial"/>
                <a:cs typeface="Arial"/>
              </a:rPr>
              <a:t>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30,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48,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167,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173,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185,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186,</a:t>
            </a:r>
            <a:r>
              <a:rPr sz="850" b="1" spc="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212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6793174" y="5584990"/>
            <a:ext cx="1970405" cy="294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latin typeface="Arial"/>
                <a:cs typeface="Arial"/>
              </a:rPr>
              <a:t>Cluster-5: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GF-,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21,148,</a:t>
            </a:r>
            <a:r>
              <a:rPr sz="850" b="1" spc="7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149,</a:t>
            </a:r>
            <a:r>
              <a:rPr sz="850" b="1" spc="8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153,</a:t>
            </a:r>
            <a:r>
              <a:rPr sz="850" b="1" spc="70" dirty="0">
                <a:latin typeface="Arial"/>
                <a:cs typeface="Arial"/>
              </a:rPr>
              <a:t> </a:t>
            </a:r>
            <a:r>
              <a:rPr sz="850" b="1" spc="-20" dirty="0">
                <a:latin typeface="Arial"/>
                <a:cs typeface="Arial"/>
              </a:rPr>
              <a:t>176,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850" b="1" dirty="0">
                <a:latin typeface="Arial"/>
                <a:cs typeface="Arial"/>
              </a:rPr>
              <a:t>198,</a:t>
            </a:r>
            <a:r>
              <a:rPr sz="850" b="1" spc="5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201,</a:t>
            </a:r>
            <a:r>
              <a:rPr sz="850" b="1" spc="60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222,</a:t>
            </a:r>
            <a:r>
              <a:rPr sz="850" b="1" spc="45" dirty="0">
                <a:latin typeface="Arial"/>
                <a:cs typeface="Arial"/>
              </a:rPr>
              <a:t> </a:t>
            </a:r>
            <a:r>
              <a:rPr sz="850" b="1" dirty="0">
                <a:latin typeface="Arial"/>
                <a:cs typeface="Arial"/>
              </a:rPr>
              <a:t>(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23,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25,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47,</a:t>
            </a:r>
            <a:r>
              <a:rPr sz="850" b="1" spc="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F3300"/>
                </a:solidFill>
                <a:latin typeface="Arial"/>
                <a:cs typeface="Arial"/>
              </a:rPr>
              <a:t>145,</a:t>
            </a:r>
            <a:r>
              <a:rPr sz="850" b="1" spc="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3300"/>
                </a:solidFill>
                <a:latin typeface="Arial"/>
                <a:cs typeface="Arial"/>
              </a:rPr>
              <a:t>179</a:t>
            </a:r>
            <a:r>
              <a:rPr sz="850" b="1" spc="-20" dirty="0"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5295" y="3127761"/>
            <a:ext cx="5269865" cy="3324225"/>
            <a:chOff x="3355295" y="3127761"/>
            <a:chExt cx="5269865" cy="3324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1038" y="3143503"/>
              <a:ext cx="5238333" cy="32921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71038" y="3143503"/>
              <a:ext cx="5238750" cy="3292475"/>
            </a:xfrm>
            <a:custGeom>
              <a:avLst/>
              <a:gdLst/>
              <a:ahLst/>
              <a:cxnLst/>
              <a:rect l="l" t="t" r="r" b="b"/>
              <a:pathLst>
                <a:path w="5238750" h="3292475">
                  <a:moveTo>
                    <a:pt x="0" y="1668307"/>
                  </a:moveTo>
                  <a:lnTo>
                    <a:pt x="41980" y="2606152"/>
                  </a:lnTo>
                  <a:lnTo>
                    <a:pt x="1706929" y="2591879"/>
                  </a:lnTo>
                  <a:lnTo>
                    <a:pt x="2070480" y="3250134"/>
                  </a:lnTo>
                  <a:lnTo>
                    <a:pt x="4916762" y="3292115"/>
                  </a:lnTo>
                  <a:lnTo>
                    <a:pt x="4916762" y="2620426"/>
                  </a:lnTo>
                  <a:lnTo>
                    <a:pt x="4020897" y="2200620"/>
                  </a:lnTo>
                  <a:lnTo>
                    <a:pt x="4020897" y="1217436"/>
                  </a:lnTo>
                  <a:lnTo>
                    <a:pt x="5238333" y="1217436"/>
                  </a:lnTo>
                  <a:lnTo>
                    <a:pt x="5238333" y="0"/>
                  </a:lnTo>
                  <a:lnTo>
                    <a:pt x="2230007" y="3358"/>
                  </a:lnTo>
                  <a:lnTo>
                    <a:pt x="2230007" y="1444970"/>
                  </a:lnTo>
                  <a:lnTo>
                    <a:pt x="0" y="1668307"/>
                  </a:lnTo>
                  <a:close/>
                </a:path>
              </a:pathLst>
            </a:custGeom>
            <a:ln w="3148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85444" y="6363412"/>
            <a:ext cx="9525" cy="509270"/>
          </a:xfrm>
          <a:custGeom>
            <a:avLst/>
            <a:gdLst/>
            <a:ahLst/>
            <a:cxnLst/>
            <a:rect l="l" t="t" r="r" b="b"/>
            <a:pathLst>
              <a:path w="9525" h="509270">
                <a:moveTo>
                  <a:pt x="9235" y="508804"/>
                </a:moveTo>
                <a:lnTo>
                  <a:pt x="0" y="0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3412" y="1997854"/>
            <a:ext cx="188912" cy="1889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8461" y="3188423"/>
            <a:ext cx="188912" cy="1889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2220" y="4854211"/>
            <a:ext cx="188912" cy="1889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547" y="5487278"/>
            <a:ext cx="190591" cy="1889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0995" y="6667771"/>
            <a:ext cx="188912" cy="18891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266898" y="1974544"/>
            <a:ext cx="7605395" cy="5217795"/>
            <a:chOff x="1266898" y="1974544"/>
            <a:chExt cx="7605395" cy="5217795"/>
          </a:xfrm>
        </p:grpSpPr>
        <p:sp>
          <p:nvSpPr>
            <p:cNvPr id="12" name="object 12"/>
            <p:cNvSpPr/>
            <p:nvPr/>
          </p:nvSpPr>
          <p:spPr>
            <a:xfrm>
              <a:off x="5172633" y="1990419"/>
              <a:ext cx="3683635" cy="5186045"/>
            </a:xfrm>
            <a:custGeom>
              <a:avLst/>
              <a:gdLst/>
              <a:ahLst/>
              <a:cxnLst/>
              <a:rect l="l" t="t" r="r" b="b"/>
              <a:pathLst>
                <a:path w="3683634" h="5186045">
                  <a:moveTo>
                    <a:pt x="3669310" y="3463694"/>
                  </a:moveTo>
                  <a:lnTo>
                    <a:pt x="3675100" y="3524938"/>
                  </a:lnTo>
                  <a:lnTo>
                    <a:pt x="3677194" y="3564217"/>
                  </a:lnTo>
                  <a:lnTo>
                    <a:pt x="3678822" y="3608437"/>
                  </a:lnTo>
                  <a:lnTo>
                    <a:pt x="3680034" y="3656977"/>
                  </a:lnTo>
                  <a:lnTo>
                    <a:pt x="3680878" y="3709213"/>
                  </a:lnTo>
                  <a:lnTo>
                    <a:pt x="3681406" y="3764523"/>
                  </a:lnTo>
                  <a:lnTo>
                    <a:pt x="3681668" y="3822286"/>
                  </a:lnTo>
                  <a:lnTo>
                    <a:pt x="3681713" y="3881879"/>
                  </a:lnTo>
                  <a:lnTo>
                    <a:pt x="3681592" y="3942679"/>
                  </a:lnTo>
                  <a:lnTo>
                    <a:pt x="3681354" y="4004065"/>
                  </a:lnTo>
                  <a:lnTo>
                    <a:pt x="3681050" y="4065414"/>
                  </a:lnTo>
                  <a:lnTo>
                    <a:pt x="3680729" y="4126103"/>
                  </a:lnTo>
                  <a:lnTo>
                    <a:pt x="3680442" y="4185511"/>
                  </a:lnTo>
                  <a:lnTo>
                    <a:pt x="3680239" y="4243015"/>
                  </a:lnTo>
                  <a:lnTo>
                    <a:pt x="3680170" y="4297992"/>
                  </a:lnTo>
                  <a:lnTo>
                    <a:pt x="3680285" y="4349821"/>
                  </a:lnTo>
                  <a:lnTo>
                    <a:pt x="3680634" y="4397880"/>
                  </a:lnTo>
                  <a:lnTo>
                    <a:pt x="3681266" y="4441545"/>
                  </a:lnTo>
                  <a:lnTo>
                    <a:pt x="3682233" y="4480195"/>
                  </a:lnTo>
                  <a:lnTo>
                    <a:pt x="3683583" y="4513208"/>
                  </a:lnTo>
                  <a:lnTo>
                    <a:pt x="3683583" y="4558698"/>
                  </a:lnTo>
                  <a:lnTo>
                    <a:pt x="3683583" y="4792798"/>
                  </a:lnTo>
                  <a:lnTo>
                    <a:pt x="3668824" y="4840609"/>
                  </a:lnTo>
                  <a:lnTo>
                    <a:pt x="3647231" y="4881424"/>
                  </a:lnTo>
                  <a:lnTo>
                    <a:pt x="3621347" y="4918740"/>
                  </a:lnTo>
                  <a:lnTo>
                    <a:pt x="3593714" y="4956056"/>
                  </a:lnTo>
                  <a:lnTo>
                    <a:pt x="3566873" y="4996870"/>
                  </a:lnTo>
                  <a:lnTo>
                    <a:pt x="3543368" y="5044682"/>
                  </a:lnTo>
                  <a:lnTo>
                    <a:pt x="3474415" y="5087397"/>
                  </a:lnTo>
                  <a:lnTo>
                    <a:pt x="3422582" y="5106432"/>
                  </a:lnTo>
                  <a:lnTo>
                    <a:pt x="3389719" y="5114369"/>
                  </a:lnTo>
                  <a:lnTo>
                    <a:pt x="3348554" y="5130911"/>
                  </a:lnTo>
                  <a:lnTo>
                    <a:pt x="3306062" y="5144713"/>
                  </a:lnTo>
                  <a:lnTo>
                    <a:pt x="3262303" y="5156018"/>
                  </a:lnTo>
                  <a:lnTo>
                    <a:pt x="3217337" y="5165069"/>
                  </a:lnTo>
                  <a:lnTo>
                    <a:pt x="3171226" y="5172108"/>
                  </a:lnTo>
                  <a:lnTo>
                    <a:pt x="3124030" y="5177377"/>
                  </a:lnTo>
                  <a:lnTo>
                    <a:pt x="3075810" y="5181118"/>
                  </a:lnTo>
                  <a:lnTo>
                    <a:pt x="3026626" y="5183575"/>
                  </a:lnTo>
                  <a:lnTo>
                    <a:pt x="2976538" y="5184988"/>
                  </a:lnTo>
                  <a:lnTo>
                    <a:pt x="2925608" y="5185602"/>
                  </a:lnTo>
                  <a:lnTo>
                    <a:pt x="2873896" y="5185657"/>
                  </a:lnTo>
                  <a:lnTo>
                    <a:pt x="2821462" y="5185396"/>
                  </a:lnTo>
                  <a:lnTo>
                    <a:pt x="2768367" y="5185062"/>
                  </a:lnTo>
                  <a:lnTo>
                    <a:pt x="2714672" y="5184897"/>
                  </a:lnTo>
                  <a:lnTo>
                    <a:pt x="2663010" y="5179673"/>
                  </a:lnTo>
                  <a:lnTo>
                    <a:pt x="2612733" y="5174596"/>
                  </a:lnTo>
                  <a:lnTo>
                    <a:pt x="2563476" y="5169810"/>
                  </a:lnTo>
                  <a:lnTo>
                    <a:pt x="2514876" y="5165461"/>
                  </a:lnTo>
                  <a:lnTo>
                    <a:pt x="2466566" y="5161696"/>
                  </a:lnTo>
                  <a:lnTo>
                    <a:pt x="2418184" y="5158659"/>
                  </a:lnTo>
                  <a:lnTo>
                    <a:pt x="2369365" y="5156497"/>
                  </a:lnTo>
                  <a:lnTo>
                    <a:pt x="2319744" y="5155355"/>
                  </a:lnTo>
                  <a:lnTo>
                    <a:pt x="2268957" y="5155379"/>
                  </a:lnTo>
                  <a:lnTo>
                    <a:pt x="2216639" y="5156715"/>
                  </a:lnTo>
                  <a:lnTo>
                    <a:pt x="2162426" y="5159509"/>
                  </a:lnTo>
                  <a:lnTo>
                    <a:pt x="2105954" y="5163906"/>
                  </a:lnTo>
                  <a:lnTo>
                    <a:pt x="2054907" y="5159245"/>
                  </a:lnTo>
                  <a:lnTo>
                    <a:pt x="2003873" y="5154935"/>
                  </a:lnTo>
                  <a:lnTo>
                    <a:pt x="1952854" y="5150955"/>
                  </a:lnTo>
                  <a:lnTo>
                    <a:pt x="1901848" y="5147282"/>
                  </a:lnTo>
                  <a:lnTo>
                    <a:pt x="1850854" y="5143897"/>
                  </a:lnTo>
                  <a:lnTo>
                    <a:pt x="1799873" y="5140776"/>
                  </a:lnTo>
                  <a:lnTo>
                    <a:pt x="1748903" y="5137899"/>
                  </a:lnTo>
                  <a:lnTo>
                    <a:pt x="1697944" y="5135244"/>
                  </a:lnTo>
                  <a:lnTo>
                    <a:pt x="1646995" y="5132790"/>
                  </a:lnTo>
                  <a:lnTo>
                    <a:pt x="1596056" y="5130515"/>
                  </a:lnTo>
                  <a:lnTo>
                    <a:pt x="1545126" y="5128397"/>
                  </a:lnTo>
                  <a:lnTo>
                    <a:pt x="1494204" y="5126416"/>
                  </a:lnTo>
                  <a:lnTo>
                    <a:pt x="1443291" y="5124550"/>
                  </a:lnTo>
                  <a:lnTo>
                    <a:pt x="1392385" y="5122776"/>
                  </a:lnTo>
                  <a:lnTo>
                    <a:pt x="1341486" y="5121074"/>
                  </a:lnTo>
                  <a:lnTo>
                    <a:pt x="1290593" y="5119423"/>
                  </a:lnTo>
                  <a:lnTo>
                    <a:pt x="1239706" y="5117800"/>
                  </a:lnTo>
                  <a:lnTo>
                    <a:pt x="1188825" y="5116184"/>
                  </a:lnTo>
                  <a:lnTo>
                    <a:pt x="1137947" y="5114554"/>
                  </a:lnTo>
                  <a:lnTo>
                    <a:pt x="1087074" y="5112888"/>
                  </a:lnTo>
                  <a:lnTo>
                    <a:pt x="1036205" y="5111164"/>
                  </a:lnTo>
                  <a:lnTo>
                    <a:pt x="985338" y="5109362"/>
                  </a:lnTo>
                  <a:lnTo>
                    <a:pt x="934473" y="5107460"/>
                  </a:lnTo>
                  <a:lnTo>
                    <a:pt x="883610" y="5105435"/>
                  </a:lnTo>
                  <a:lnTo>
                    <a:pt x="832748" y="5103268"/>
                  </a:lnTo>
                  <a:lnTo>
                    <a:pt x="781887" y="5100935"/>
                  </a:lnTo>
                  <a:lnTo>
                    <a:pt x="725233" y="5100741"/>
                  </a:lnTo>
                  <a:lnTo>
                    <a:pt x="678491" y="5099381"/>
                  </a:lnTo>
                  <a:lnTo>
                    <a:pt x="637579" y="5095688"/>
                  </a:lnTo>
                  <a:lnTo>
                    <a:pt x="598417" y="5088497"/>
                  </a:lnTo>
                  <a:lnTo>
                    <a:pt x="556922" y="5076641"/>
                  </a:lnTo>
                  <a:lnTo>
                    <a:pt x="509014" y="5058955"/>
                  </a:lnTo>
                  <a:lnTo>
                    <a:pt x="471625" y="5052395"/>
                  </a:lnTo>
                  <a:lnTo>
                    <a:pt x="430300" y="5037965"/>
                  </a:lnTo>
                  <a:lnTo>
                    <a:pt x="383072" y="5016974"/>
                  </a:lnTo>
                  <a:lnTo>
                    <a:pt x="366671" y="4971376"/>
                  </a:lnTo>
                  <a:lnTo>
                    <a:pt x="353392" y="4924629"/>
                  </a:lnTo>
                  <a:lnTo>
                    <a:pt x="343142" y="4876873"/>
                  </a:lnTo>
                  <a:lnTo>
                    <a:pt x="335829" y="4828245"/>
                  </a:lnTo>
                  <a:lnTo>
                    <a:pt x="331361" y="4778883"/>
                  </a:lnTo>
                  <a:lnTo>
                    <a:pt x="329648" y="4728924"/>
                  </a:lnTo>
                  <a:lnTo>
                    <a:pt x="330596" y="4678506"/>
                  </a:lnTo>
                  <a:lnTo>
                    <a:pt x="334115" y="4627767"/>
                  </a:lnTo>
                  <a:lnTo>
                    <a:pt x="340112" y="4576844"/>
                  </a:lnTo>
                  <a:lnTo>
                    <a:pt x="348496" y="4525875"/>
                  </a:lnTo>
                  <a:lnTo>
                    <a:pt x="359175" y="4474998"/>
                  </a:lnTo>
                  <a:lnTo>
                    <a:pt x="372057" y="4424351"/>
                  </a:lnTo>
                  <a:lnTo>
                    <a:pt x="387050" y="4374071"/>
                  </a:lnTo>
                  <a:lnTo>
                    <a:pt x="404062" y="4324295"/>
                  </a:lnTo>
                  <a:lnTo>
                    <a:pt x="410007" y="4265875"/>
                  </a:lnTo>
                  <a:lnTo>
                    <a:pt x="412262" y="4215080"/>
                  </a:lnTo>
                  <a:lnTo>
                    <a:pt x="411073" y="4169697"/>
                  </a:lnTo>
                  <a:lnTo>
                    <a:pt x="406686" y="4127511"/>
                  </a:lnTo>
                  <a:lnTo>
                    <a:pt x="399348" y="4086310"/>
                  </a:lnTo>
                  <a:lnTo>
                    <a:pt x="389304" y="4043878"/>
                  </a:lnTo>
                  <a:lnTo>
                    <a:pt x="376800" y="3998003"/>
                  </a:lnTo>
                  <a:lnTo>
                    <a:pt x="362082" y="3946470"/>
                  </a:lnTo>
                  <a:lnTo>
                    <a:pt x="365526" y="3859934"/>
                  </a:lnTo>
                  <a:lnTo>
                    <a:pt x="368069" y="3788884"/>
                  </a:lnTo>
                  <a:lnTo>
                    <a:pt x="369832" y="3731842"/>
                  </a:lnTo>
                  <a:lnTo>
                    <a:pt x="370937" y="3687332"/>
                  </a:lnTo>
                  <a:lnTo>
                    <a:pt x="371660" y="3629998"/>
                  </a:lnTo>
                  <a:lnTo>
                    <a:pt x="387952" y="3551538"/>
                  </a:lnTo>
                  <a:lnTo>
                    <a:pt x="411619" y="3501266"/>
                  </a:lnTo>
                  <a:lnTo>
                    <a:pt x="435285" y="3458866"/>
                  </a:lnTo>
                  <a:lnTo>
                    <a:pt x="446043" y="3441024"/>
                  </a:lnTo>
                  <a:lnTo>
                    <a:pt x="449037" y="3390184"/>
                  </a:lnTo>
                  <a:lnTo>
                    <a:pt x="452004" y="3339588"/>
                  </a:lnTo>
                  <a:lnTo>
                    <a:pt x="454916" y="3289197"/>
                  </a:lnTo>
                  <a:lnTo>
                    <a:pt x="457747" y="3238968"/>
                  </a:lnTo>
                  <a:lnTo>
                    <a:pt x="460469" y="3188862"/>
                  </a:lnTo>
                  <a:lnTo>
                    <a:pt x="463055" y="3138838"/>
                  </a:lnTo>
                  <a:lnTo>
                    <a:pt x="465478" y="3088854"/>
                  </a:lnTo>
                  <a:lnTo>
                    <a:pt x="467711" y="3038871"/>
                  </a:lnTo>
                  <a:lnTo>
                    <a:pt x="469726" y="2988846"/>
                  </a:lnTo>
                  <a:lnTo>
                    <a:pt x="471496" y="2938740"/>
                  </a:lnTo>
                  <a:lnTo>
                    <a:pt x="472994" y="2888512"/>
                  </a:lnTo>
                  <a:lnTo>
                    <a:pt x="474193" y="2838120"/>
                  </a:lnTo>
                  <a:lnTo>
                    <a:pt x="475066" y="2787524"/>
                  </a:lnTo>
                  <a:lnTo>
                    <a:pt x="475585" y="2736684"/>
                  </a:lnTo>
                  <a:lnTo>
                    <a:pt x="475723" y="2685558"/>
                  </a:lnTo>
                  <a:lnTo>
                    <a:pt x="475453" y="2634106"/>
                  </a:lnTo>
                  <a:lnTo>
                    <a:pt x="474748" y="2582286"/>
                  </a:lnTo>
                  <a:lnTo>
                    <a:pt x="473581" y="2530059"/>
                  </a:lnTo>
                  <a:lnTo>
                    <a:pt x="471924" y="2477382"/>
                  </a:lnTo>
                  <a:lnTo>
                    <a:pt x="469751" y="2424216"/>
                  </a:lnTo>
                  <a:lnTo>
                    <a:pt x="467033" y="2370520"/>
                  </a:lnTo>
                  <a:lnTo>
                    <a:pt x="456118" y="2311076"/>
                  </a:lnTo>
                  <a:lnTo>
                    <a:pt x="429251" y="2261707"/>
                  </a:lnTo>
                  <a:lnTo>
                    <a:pt x="362082" y="2244579"/>
                  </a:lnTo>
                  <a:lnTo>
                    <a:pt x="339439" y="2196865"/>
                  </a:lnTo>
                  <a:lnTo>
                    <a:pt x="313882" y="2156730"/>
                  </a:lnTo>
                  <a:lnTo>
                    <a:pt x="285992" y="2121261"/>
                  </a:lnTo>
                  <a:lnTo>
                    <a:pt x="256353" y="2087540"/>
                  </a:lnTo>
                  <a:lnTo>
                    <a:pt x="225548" y="2052654"/>
                  </a:lnTo>
                  <a:lnTo>
                    <a:pt x="194160" y="2013686"/>
                  </a:lnTo>
                  <a:lnTo>
                    <a:pt x="165298" y="1973345"/>
                  </a:lnTo>
                  <a:lnTo>
                    <a:pt x="136436" y="1942843"/>
                  </a:lnTo>
                  <a:lnTo>
                    <a:pt x="99703" y="1916278"/>
                  </a:lnTo>
                  <a:lnTo>
                    <a:pt x="47228" y="1887744"/>
                  </a:lnTo>
                  <a:lnTo>
                    <a:pt x="32797" y="1840090"/>
                  </a:lnTo>
                  <a:lnTo>
                    <a:pt x="20990" y="1791628"/>
                  </a:lnTo>
                  <a:lnTo>
                    <a:pt x="11807" y="1742426"/>
                  </a:lnTo>
                  <a:lnTo>
                    <a:pt x="5247" y="1692550"/>
                  </a:lnTo>
                  <a:lnTo>
                    <a:pt x="1311" y="1642068"/>
                  </a:lnTo>
                  <a:lnTo>
                    <a:pt x="0" y="1591046"/>
                  </a:lnTo>
                  <a:lnTo>
                    <a:pt x="1311" y="1539553"/>
                  </a:lnTo>
                  <a:lnTo>
                    <a:pt x="5247" y="1487654"/>
                  </a:lnTo>
                  <a:lnTo>
                    <a:pt x="11807" y="1435417"/>
                  </a:lnTo>
                  <a:lnTo>
                    <a:pt x="20990" y="1382908"/>
                  </a:lnTo>
                  <a:lnTo>
                    <a:pt x="32797" y="1330196"/>
                  </a:lnTo>
                  <a:lnTo>
                    <a:pt x="47228" y="1277347"/>
                  </a:lnTo>
                  <a:lnTo>
                    <a:pt x="47225" y="1223789"/>
                  </a:lnTo>
                  <a:lnTo>
                    <a:pt x="47209" y="1171019"/>
                  </a:lnTo>
                  <a:lnTo>
                    <a:pt x="47166" y="1118971"/>
                  </a:lnTo>
                  <a:lnTo>
                    <a:pt x="47083" y="1067575"/>
                  </a:lnTo>
                  <a:lnTo>
                    <a:pt x="46944" y="1016764"/>
                  </a:lnTo>
                  <a:lnTo>
                    <a:pt x="46738" y="966470"/>
                  </a:lnTo>
                  <a:lnTo>
                    <a:pt x="46450" y="916625"/>
                  </a:lnTo>
                  <a:lnTo>
                    <a:pt x="46067" y="867160"/>
                  </a:lnTo>
                  <a:lnTo>
                    <a:pt x="45575" y="818008"/>
                  </a:lnTo>
                  <a:lnTo>
                    <a:pt x="44961" y="769101"/>
                  </a:lnTo>
                  <a:lnTo>
                    <a:pt x="44211" y="720371"/>
                  </a:lnTo>
                  <a:lnTo>
                    <a:pt x="43311" y="671750"/>
                  </a:lnTo>
                  <a:lnTo>
                    <a:pt x="42248" y="623169"/>
                  </a:lnTo>
                  <a:lnTo>
                    <a:pt x="41008" y="574561"/>
                  </a:lnTo>
                  <a:lnTo>
                    <a:pt x="39578" y="525858"/>
                  </a:lnTo>
                  <a:lnTo>
                    <a:pt x="37944" y="476992"/>
                  </a:lnTo>
                  <a:lnTo>
                    <a:pt x="36092" y="427894"/>
                  </a:lnTo>
                  <a:lnTo>
                    <a:pt x="34009" y="378498"/>
                  </a:lnTo>
                  <a:lnTo>
                    <a:pt x="31682" y="328734"/>
                  </a:lnTo>
                  <a:lnTo>
                    <a:pt x="29095" y="278535"/>
                  </a:lnTo>
                  <a:lnTo>
                    <a:pt x="26237" y="227833"/>
                  </a:lnTo>
                  <a:lnTo>
                    <a:pt x="35566" y="171470"/>
                  </a:lnTo>
                  <a:lnTo>
                    <a:pt x="44895" y="126768"/>
                  </a:lnTo>
                  <a:lnTo>
                    <a:pt x="77547" y="63020"/>
                  </a:lnTo>
                  <a:lnTo>
                    <a:pt x="107866" y="39309"/>
                  </a:lnTo>
                  <a:lnTo>
                    <a:pt x="152179" y="17930"/>
                  </a:lnTo>
                  <a:lnTo>
                    <a:pt x="206744" y="16224"/>
                  </a:lnTo>
                  <a:lnTo>
                    <a:pt x="261970" y="12094"/>
                  </a:lnTo>
                  <a:lnTo>
                    <a:pt x="317078" y="7025"/>
                  </a:lnTo>
                  <a:lnTo>
                    <a:pt x="371291" y="2499"/>
                  </a:lnTo>
                  <a:lnTo>
                    <a:pt x="423829" y="0"/>
                  </a:lnTo>
                  <a:lnTo>
                    <a:pt x="473914" y="1010"/>
                  </a:lnTo>
                  <a:lnTo>
                    <a:pt x="520768" y="7015"/>
                  </a:lnTo>
                  <a:lnTo>
                    <a:pt x="580035" y="18470"/>
                  </a:lnTo>
                  <a:lnTo>
                    <a:pt x="633307" y="30928"/>
                  </a:lnTo>
                  <a:lnTo>
                    <a:pt x="682708" y="43013"/>
                  </a:lnTo>
                  <a:lnTo>
                    <a:pt x="730360" y="53349"/>
                  </a:lnTo>
                  <a:lnTo>
                    <a:pt x="778385" y="60560"/>
                  </a:lnTo>
                  <a:lnTo>
                    <a:pt x="828906" y="63269"/>
                  </a:lnTo>
                </a:path>
                <a:path w="3683634" h="5186045">
                  <a:moveTo>
                    <a:pt x="68218" y="1279026"/>
                  </a:moveTo>
                  <a:lnTo>
                    <a:pt x="125941" y="1295254"/>
                  </a:lnTo>
                  <a:lnTo>
                    <a:pt x="159176" y="1303903"/>
                  </a:lnTo>
                  <a:lnTo>
                    <a:pt x="178417" y="1307887"/>
                  </a:lnTo>
                  <a:lnTo>
                    <a:pt x="194160" y="1310123"/>
                  </a:lnTo>
                  <a:lnTo>
                    <a:pt x="216899" y="1313524"/>
                  </a:lnTo>
                  <a:lnTo>
                    <a:pt x="257130" y="1321006"/>
                  </a:lnTo>
                  <a:lnTo>
                    <a:pt x="306359" y="1320287"/>
                  </a:lnTo>
                  <a:lnTo>
                    <a:pt x="355539" y="1318357"/>
                  </a:lnTo>
                  <a:lnTo>
                    <a:pt x="404684" y="1315564"/>
                  </a:lnTo>
                  <a:lnTo>
                    <a:pt x="453809" y="1312253"/>
                  </a:lnTo>
                  <a:lnTo>
                    <a:pt x="502927" y="1308769"/>
                  </a:lnTo>
                  <a:lnTo>
                    <a:pt x="552052" y="1305458"/>
                  </a:lnTo>
                  <a:lnTo>
                    <a:pt x="601197" y="1302665"/>
                  </a:lnTo>
                  <a:lnTo>
                    <a:pt x="650377" y="1300736"/>
                  </a:lnTo>
                  <a:lnTo>
                    <a:pt x="699605" y="1300016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2934" y="5457681"/>
              <a:ext cx="186813" cy="1305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82773" y="3815192"/>
              <a:ext cx="4286885" cy="3286760"/>
            </a:xfrm>
            <a:custGeom>
              <a:avLst/>
              <a:gdLst/>
              <a:ahLst/>
              <a:cxnLst/>
              <a:rect l="l" t="t" r="r" b="b"/>
              <a:pathLst>
                <a:path w="4286885" h="3286759">
                  <a:moveTo>
                    <a:pt x="3433321" y="0"/>
                  </a:moveTo>
                  <a:lnTo>
                    <a:pt x="3473844" y="22447"/>
                  </a:lnTo>
                  <a:lnTo>
                    <a:pt x="3512618" y="46645"/>
                  </a:lnTo>
                  <a:lnTo>
                    <a:pt x="3551391" y="70842"/>
                  </a:lnTo>
                  <a:lnTo>
                    <a:pt x="3591914" y="93290"/>
                  </a:lnTo>
                  <a:lnTo>
                    <a:pt x="3635935" y="112239"/>
                  </a:lnTo>
                  <a:lnTo>
                    <a:pt x="3685204" y="125941"/>
                  </a:lnTo>
                  <a:lnTo>
                    <a:pt x="3735581" y="111332"/>
                  </a:lnTo>
                  <a:lnTo>
                    <a:pt x="3785958" y="94708"/>
                  </a:lnTo>
                  <a:lnTo>
                    <a:pt x="3836334" y="79091"/>
                  </a:lnTo>
                  <a:lnTo>
                    <a:pt x="3886711" y="67504"/>
                  </a:lnTo>
                  <a:lnTo>
                    <a:pt x="3937088" y="62970"/>
                  </a:lnTo>
                </a:path>
                <a:path w="4286885" h="3286759">
                  <a:moveTo>
                    <a:pt x="2229319" y="3034354"/>
                  </a:moveTo>
                  <a:lnTo>
                    <a:pt x="2231942" y="3097325"/>
                  </a:lnTo>
                  <a:lnTo>
                    <a:pt x="2250309" y="3160296"/>
                  </a:lnTo>
                  <a:lnTo>
                    <a:pt x="2282450" y="3196701"/>
                  </a:lnTo>
                  <a:lnTo>
                    <a:pt x="2334270" y="3215395"/>
                  </a:lnTo>
                  <a:lnTo>
                    <a:pt x="2386090" y="3222283"/>
                  </a:lnTo>
                  <a:lnTo>
                    <a:pt x="2418231" y="3223266"/>
                  </a:lnTo>
                  <a:lnTo>
                    <a:pt x="2470707" y="3232110"/>
                  </a:lnTo>
                  <a:lnTo>
                    <a:pt x="2523183" y="3238037"/>
                  </a:lnTo>
                  <a:lnTo>
                    <a:pt x="2575658" y="3241633"/>
                  </a:lnTo>
                  <a:lnTo>
                    <a:pt x="2628134" y="3243479"/>
                  </a:lnTo>
                  <a:lnTo>
                    <a:pt x="2680610" y="3244160"/>
                  </a:lnTo>
                  <a:lnTo>
                    <a:pt x="2733085" y="3244257"/>
                  </a:lnTo>
                  <a:lnTo>
                    <a:pt x="2979393" y="3259671"/>
                  </a:lnTo>
                  <a:lnTo>
                    <a:pt x="3255219" y="3273118"/>
                  </a:lnTo>
                  <a:lnTo>
                    <a:pt x="3479880" y="3282630"/>
                  </a:lnTo>
                  <a:lnTo>
                    <a:pt x="3572696" y="3286237"/>
                  </a:lnTo>
                  <a:lnTo>
                    <a:pt x="3622181" y="3281135"/>
                  </a:lnTo>
                  <a:lnTo>
                    <a:pt x="3671712" y="3274977"/>
                  </a:lnTo>
                  <a:lnTo>
                    <a:pt x="3721334" y="3267993"/>
                  </a:lnTo>
                  <a:lnTo>
                    <a:pt x="3771094" y="3260413"/>
                  </a:lnTo>
                  <a:lnTo>
                    <a:pt x="3821038" y="3252465"/>
                  </a:lnTo>
                  <a:lnTo>
                    <a:pt x="3871211" y="3244379"/>
                  </a:lnTo>
                  <a:lnTo>
                    <a:pt x="3921660" y="3236385"/>
                  </a:lnTo>
                  <a:lnTo>
                    <a:pt x="3972430" y="3228713"/>
                  </a:lnTo>
                  <a:lnTo>
                    <a:pt x="4023567" y="3221591"/>
                  </a:lnTo>
                  <a:lnTo>
                    <a:pt x="4075117" y="3215250"/>
                  </a:lnTo>
                  <a:lnTo>
                    <a:pt x="4127126" y="3209918"/>
                  </a:lnTo>
                  <a:lnTo>
                    <a:pt x="4179640" y="3205826"/>
                  </a:lnTo>
                  <a:lnTo>
                    <a:pt x="4232705" y="3203202"/>
                  </a:lnTo>
                  <a:lnTo>
                    <a:pt x="4286366" y="3202276"/>
                  </a:lnTo>
                </a:path>
                <a:path w="4286885" h="3286759">
                  <a:moveTo>
                    <a:pt x="13585" y="3030996"/>
                  </a:moveTo>
                  <a:lnTo>
                    <a:pt x="5140" y="3094517"/>
                  </a:lnTo>
                  <a:lnTo>
                    <a:pt x="0" y="3143352"/>
                  </a:lnTo>
                  <a:lnTo>
                    <a:pt x="1468" y="3180804"/>
                  </a:lnTo>
                  <a:lnTo>
                    <a:pt x="12851" y="3210178"/>
                  </a:lnTo>
                  <a:lnTo>
                    <a:pt x="37452" y="3234779"/>
                  </a:lnTo>
                  <a:lnTo>
                    <a:pt x="78575" y="3257911"/>
                  </a:lnTo>
                  <a:lnTo>
                    <a:pt x="139527" y="3282879"/>
                  </a:lnTo>
                  <a:lnTo>
                    <a:pt x="191048" y="3282390"/>
                  </a:lnTo>
                  <a:lnTo>
                    <a:pt x="242570" y="3281049"/>
                  </a:lnTo>
                  <a:lnTo>
                    <a:pt x="294091" y="3279047"/>
                  </a:lnTo>
                  <a:lnTo>
                    <a:pt x="345613" y="3276571"/>
                  </a:lnTo>
                  <a:lnTo>
                    <a:pt x="397135" y="3273811"/>
                  </a:lnTo>
                  <a:lnTo>
                    <a:pt x="448656" y="3270957"/>
                  </a:lnTo>
                  <a:lnTo>
                    <a:pt x="500178" y="3268197"/>
                  </a:lnTo>
                  <a:lnTo>
                    <a:pt x="551699" y="3265721"/>
                  </a:lnTo>
                  <a:lnTo>
                    <a:pt x="603221" y="3263718"/>
                  </a:lnTo>
                  <a:lnTo>
                    <a:pt x="654743" y="3262377"/>
                  </a:lnTo>
                  <a:lnTo>
                    <a:pt x="706264" y="3261889"/>
                  </a:lnTo>
                  <a:lnTo>
                    <a:pt x="755768" y="3261887"/>
                  </a:lnTo>
                  <a:lnTo>
                    <a:pt x="805490" y="3261875"/>
                  </a:lnTo>
                  <a:lnTo>
                    <a:pt x="855421" y="3261842"/>
                  </a:lnTo>
                  <a:lnTo>
                    <a:pt x="905551" y="3261778"/>
                  </a:lnTo>
                  <a:lnTo>
                    <a:pt x="955869" y="3261673"/>
                  </a:lnTo>
                  <a:lnTo>
                    <a:pt x="1006367" y="3261516"/>
                  </a:lnTo>
                  <a:lnTo>
                    <a:pt x="1057033" y="3261297"/>
                  </a:lnTo>
                  <a:lnTo>
                    <a:pt x="1107858" y="3261005"/>
                  </a:lnTo>
                  <a:lnTo>
                    <a:pt x="1158833" y="3260631"/>
                  </a:lnTo>
                  <a:lnTo>
                    <a:pt x="1209946" y="3260163"/>
                  </a:lnTo>
                  <a:lnTo>
                    <a:pt x="1261189" y="3259592"/>
                  </a:lnTo>
                  <a:lnTo>
                    <a:pt x="1312550" y="3258907"/>
                  </a:lnTo>
                  <a:lnTo>
                    <a:pt x="1364022" y="3258098"/>
                  </a:lnTo>
                  <a:lnTo>
                    <a:pt x="1415592" y="3257155"/>
                  </a:lnTo>
                  <a:lnTo>
                    <a:pt x="1467252" y="3256066"/>
                  </a:lnTo>
                  <a:lnTo>
                    <a:pt x="1518992" y="3254822"/>
                  </a:lnTo>
                  <a:lnTo>
                    <a:pt x="1570801" y="3253413"/>
                  </a:lnTo>
                  <a:lnTo>
                    <a:pt x="1622669" y="3251827"/>
                  </a:lnTo>
                  <a:lnTo>
                    <a:pt x="1674588" y="3250056"/>
                  </a:lnTo>
                  <a:lnTo>
                    <a:pt x="1726546" y="3248087"/>
                  </a:lnTo>
                  <a:lnTo>
                    <a:pt x="1778534" y="3245912"/>
                  </a:lnTo>
                  <a:lnTo>
                    <a:pt x="1830542" y="3243519"/>
                  </a:lnTo>
                  <a:lnTo>
                    <a:pt x="1882559" y="3240898"/>
                  </a:lnTo>
                  <a:lnTo>
                    <a:pt x="1932420" y="3239459"/>
                  </a:lnTo>
                  <a:lnTo>
                    <a:pt x="1972033" y="3235600"/>
                  </a:lnTo>
                  <a:lnTo>
                    <a:pt x="2005205" y="3230014"/>
                  </a:lnTo>
                  <a:lnTo>
                    <a:pt x="2035744" y="3223392"/>
                  </a:lnTo>
                  <a:lnTo>
                    <a:pt x="2067458" y="3216424"/>
                  </a:lnTo>
                  <a:lnTo>
                    <a:pt x="2104154" y="3209802"/>
                  </a:lnTo>
                  <a:lnTo>
                    <a:pt x="2149641" y="3204216"/>
                  </a:lnTo>
                  <a:lnTo>
                    <a:pt x="2207725" y="3200357"/>
                  </a:lnTo>
                  <a:lnTo>
                    <a:pt x="2282214" y="3198918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80290" y="2224129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71055" y="2214893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28988" y="3380274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19752" y="3371038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22424" y="3118196"/>
            <a:ext cx="1607820" cy="564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84480">
              <a:lnSpc>
                <a:spcPct val="101099"/>
              </a:lnSpc>
              <a:spcBef>
                <a:spcPts val="90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1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</a:t>
            </a: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04,07,08,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2082" y="3657229"/>
            <a:ext cx="1026794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09,19,40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93990" y="3531404"/>
            <a:ext cx="911860" cy="26034"/>
            <a:chOff x="2093990" y="3531404"/>
            <a:chExt cx="911860" cy="26034"/>
          </a:xfrm>
        </p:grpSpPr>
        <p:sp>
          <p:nvSpPr>
            <p:cNvPr id="22" name="object 22"/>
            <p:cNvSpPr/>
            <p:nvPr/>
          </p:nvSpPr>
          <p:spPr>
            <a:xfrm>
              <a:off x="2101546" y="3538960"/>
              <a:ext cx="904875" cy="19050"/>
            </a:xfrm>
            <a:custGeom>
              <a:avLst/>
              <a:gdLst/>
              <a:ahLst/>
              <a:cxnLst/>
              <a:rect l="l" t="t" r="r" b="b"/>
              <a:pathLst>
                <a:path w="904875" h="19050">
                  <a:moveTo>
                    <a:pt x="904261" y="18471"/>
                  </a:moveTo>
                  <a:lnTo>
                    <a:pt x="904261" y="0"/>
                  </a:lnTo>
                  <a:lnTo>
                    <a:pt x="0" y="0"/>
                  </a:lnTo>
                  <a:lnTo>
                    <a:pt x="0" y="18471"/>
                  </a:lnTo>
                  <a:lnTo>
                    <a:pt x="904261" y="1847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3990" y="3531404"/>
              <a:ext cx="904875" cy="19050"/>
            </a:xfrm>
            <a:custGeom>
              <a:avLst/>
              <a:gdLst/>
              <a:ahLst/>
              <a:cxnLst/>
              <a:rect l="l" t="t" r="r" b="b"/>
              <a:pathLst>
                <a:path w="904875" h="19050">
                  <a:moveTo>
                    <a:pt x="904261" y="18471"/>
                  </a:moveTo>
                  <a:lnTo>
                    <a:pt x="904261" y="0"/>
                  </a:lnTo>
                  <a:lnTo>
                    <a:pt x="0" y="0"/>
                  </a:lnTo>
                  <a:lnTo>
                    <a:pt x="0" y="18471"/>
                  </a:lnTo>
                  <a:lnTo>
                    <a:pt x="904261" y="18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8325" y="3309646"/>
            <a:ext cx="2615565" cy="49466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842644">
              <a:lnSpc>
                <a:spcPts val="1839"/>
              </a:lnSpc>
              <a:spcBef>
                <a:spcPts val="165"/>
              </a:spcBef>
            </a:pPr>
            <a:r>
              <a:rPr sz="1550" b="1" spc="-10" dirty="0">
                <a:latin typeface="Tahoma"/>
                <a:cs typeface="Tahoma"/>
              </a:rPr>
              <a:t>VÁLVULA MULTIPUERTO</a:t>
            </a:r>
            <a:r>
              <a:rPr sz="1550" b="1" spc="-75" dirty="0">
                <a:latin typeface="Tahoma"/>
                <a:cs typeface="Tahoma"/>
              </a:rPr>
              <a:t> </a:t>
            </a:r>
            <a:r>
              <a:rPr sz="1550" b="1" dirty="0">
                <a:latin typeface="Tahoma"/>
                <a:cs typeface="Tahoma"/>
              </a:rPr>
              <a:t>CLUSTER</a:t>
            </a:r>
            <a:r>
              <a:rPr sz="1550" b="1" spc="-70" dirty="0">
                <a:latin typeface="Tahoma"/>
                <a:cs typeface="Tahoma"/>
              </a:rPr>
              <a:t> </a:t>
            </a:r>
            <a:r>
              <a:rPr sz="1550" b="1" spc="-50" dirty="0"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51020" y="3765655"/>
            <a:ext cx="2597785" cy="26034"/>
            <a:chOff x="1251020" y="3765655"/>
            <a:chExt cx="2597785" cy="26034"/>
          </a:xfrm>
        </p:grpSpPr>
        <p:sp>
          <p:nvSpPr>
            <p:cNvPr id="26" name="object 26"/>
            <p:cNvSpPr/>
            <p:nvPr/>
          </p:nvSpPr>
          <p:spPr>
            <a:xfrm>
              <a:off x="1258577" y="3773212"/>
              <a:ext cx="2590800" cy="19050"/>
            </a:xfrm>
            <a:custGeom>
              <a:avLst/>
              <a:gdLst/>
              <a:ahLst/>
              <a:cxnLst/>
              <a:rect l="l" t="t" r="r" b="b"/>
              <a:pathLst>
                <a:path w="2590800" h="19050">
                  <a:moveTo>
                    <a:pt x="2590200" y="18471"/>
                  </a:moveTo>
                  <a:lnTo>
                    <a:pt x="2590200" y="0"/>
                  </a:lnTo>
                  <a:lnTo>
                    <a:pt x="0" y="0"/>
                  </a:lnTo>
                  <a:lnTo>
                    <a:pt x="0" y="18471"/>
                  </a:lnTo>
                  <a:lnTo>
                    <a:pt x="2590200" y="18471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51020" y="3765655"/>
              <a:ext cx="2590800" cy="19050"/>
            </a:xfrm>
            <a:custGeom>
              <a:avLst/>
              <a:gdLst/>
              <a:ahLst/>
              <a:cxnLst/>
              <a:rect l="l" t="t" r="r" b="b"/>
              <a:pathLst>
                <a:path w="2590800" h="19050">
                  <a:moveTo>
                    <a:pt x="2590200" y="18471"/>
                  </a:moveTo>
                  <a:lnTo>
                    <a:pt x="2590200" y="0"/>
                  </a:lnTo>
                  <a:lnTo>
                    <a:pt x="0" y="0"/>
                  </a:lnTo>
                  <a:lnTo>
                    <a:pt x="0" y="18471"/>
                  </a:lnTo>
                  <a:lnTo>
                    <a:pt x="2590200" y="18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84240" y="3779823"/>
            <a:ext cx="192214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Fluyen:</a:t>
            </a:r>
            <a:r>
              <a:rPr sz="1750" b="1" spc="3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38,40,49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940414" y="3386271"/>
            <a:ext cx="1718945" cy="1633220"/>
            <a:chOff x="3940414" y="3386271"/>
            <a:chExt cx="1718945" cy="1633220"/>
          </a:xfrm>
        </p:grpSpPr>
        <p:sp>
          <p:nvSpPr>
            <p:cNvPr id="30" name="object 30"/>
            <p:cNvSpPr/>
            <p:nvPr/>
          </p:nvSpPr>
          <p:spPr>
            <a:xfrm>
              <a:off x="5097279" y="4927677"/>
              <a:ext cx="546100" cy="76200"/>
            </a:xfrm>
            <a:custGeom>
              <a:avLst/>
              <a:gdLst/>
              <a:ahLst/>
              <a:cxnLst/>
              <a:rect l="l" t="t" r="r" b="b"/>
              <a:pathLst>
                <a:path w="546100" h="76200">
                  <a:moveTo>
                    <a:pt x="0" y="62970"/>
                  </a:moveTo>
                  <a:lnTo>
                    <a:pt x="47908" y="75895"/>
                  </a:lnTo>
                  <a:lnTo>
                    <a:pt x="89403" y="75409"/>
                  </a:lnTo>
                  <a:lnTo>
                    <a:pt x="128565" y="65594"/>
                  </a:lnTo>
                  <a:lnTo>
                    <a:pt x="169477" y="50532"/>
                  </a:lnTo>
                  <a:lnTo>
                    <a:pt x="216219" y="34303"/>
                  </a:lnTo>
                  <a:lnTo>
                    <a:pt x="272873" y="20990"/>
                  </a:lnTo>
                  <a:lnTo>
                    <a:pt x="359786" y="8855"/>
                  </a:lnTo>
                  <a:lnTo>
                    <a:pt x="417181" y="2623"/>
                  </a:lnTo>
                  <a:lnTo>
                    <a:pt x="470641" y="327"/>
                  </a:lnTo>
                  <a:lnTo>
                    <a:pt x="545747" y="0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1209" y="3397066"/>
              <a:ext cx="916940" cy="567055"/>
            </a:xfrm>
            <a:custGeom>
              <a:avLst/>
              <a:gdLst/>
              <a:ahLst/>
              <a:cxnLst/>
              <a:rect l="l" t="t" r="r" b="b"/>
              <a:pathLst>
                <a:path w="916939" h="567054">
                  <a:moveTo>
                    <a:pt x="916855" y="282948"/>
                  </a:moveTo>
                  <a:lnTo>
                    <a:pt x="902877" y="213312"/>
                  </a:lnTo>
                  <a:lnTo>
                    <a:pt x="863218" y="149977"/>
                  </a:lnTo>
                  <a:lnTo>
                    <a:pt x="834824" y="121338"/>
                  </a:lnTo>
                  <a:lnTo>
                    <a:pt x="801289" y="95071"/>
                  </a:lnTo>
                  <a:lnTo>
                    <a:pt x="763040" y="71444"/>
                  </a:lnTo>
                  <a:lnTo>
                    <a:pt x="720503" y="50722"/>
                  </a:lnTo>
                  <a:lnTo>
                    <a:pt x="674104" y="33171"/>
                  </a:lnTo>
                  <a:lnTo>
                    <a:pt x="624271" y="19058"/>
                  </a:lnTo>
                  <a:lnTo>
                    <a:pt x="571430" y="8647"/>
                  </a:lnTo>
                  <a:lnTo>
                    <a:pt x="516006" y="2206"/>
                  </a:lnTo>
                  <a:lnTo>
                    <a:pt x="458427" y="0"/>
                  </a:lnTo>
                  <a:lnTo>
                    <a:pt x="401013" y="2206"/>
                  </a:lnTo>
                  <a:lnTo>
                    <a:pt x="345702" y="8647"/>
                  </a:lnTo>
                  <a:lnTo>
                    <a:pt x="292927" y="19058"/>
                  </a:lnTo>
                  <a:lnTo>
                    <a:pt x="243121" y="33171"/>
                  </a:lnTo>
                  <a:lnTo>
                    <a:pt x="196718" y="50722"/>
                  </a:lnTo>
                  <a:lnTo>
                    <a:pt x="154152" y="71444"/>
                  </a:lnTo>
                  <a:lnTo>
                    <a:pt x="115854" y="95071"/>
                  </a:lnTo>
                  <a:lnTo>
                    <a:pt x="82260" y="121338"/>
                  </a:lnTo>
                  <a:lnTo>
                    <a:pt x="53802" y="149977"/>
                  </a:lnTo>
                  <a:lnTo>
                    <a:pt x="30913" y="180724"/>
                  </a:lnTo>
                  <a:lnTo>
                    <a:pt x="3579" y="247476"/>
                  </a:lnTo>
                  <a:lnTo>
                    <a:pt x="0" y="282948"/>
                  </a:lnTo>
                  <a:lnTo>
                    <a:pt x="3579" y="318600"/>
                  </a:lnTo>
                  <a:lnTo>
                    <a:pt x="30913" y="385630"/>
                  </a:lnTo>
                  <a:lnTo>
                    <a:pt x="53802" y="416481"/>
                  </a:lnTo>
                  <a:lnTo>
                    <a:pt x="82260" y="445203"/>
                  </a:lnTo>
                  <a:lnTo>
                    <a:pt x="115854" y="471534"/>
                  </a:lnTo>
                  <a:lnTo>
                    <a:pt x="154152" y="495210"/>
                  </a:lnTo>
                  <a:lnTo>
                    <a:pt x="196718" y="515967"/>
                  </a:lnTo>
                  <a:lnTo>
                    <a:pt x="243121" y="533541"/>
                  </a:lnTo>
                  <a:lnTo>
                    <a:pt x="292927" y="547669"/>
                  </a:lnTo>
                  <a:lnTo>
                    <a:pt x="345702" y="558086"/>
                  </a:lnTo>
                  <a:lnTo>
                    <a:pt x="401013" y="564530"/>
                  </a:lnTo>
                  <a:lnTo>
                    <a:pt x="458427" y="566737"/>
                  </a:lnTo>
                  <a:lnTo>
                    <a:pt x="516006" y="564530"/>
                  </a:lnTo>
                  <a:lnTo>
                    <a:pt x="571430" y="558086"/>
                  </a:lnTo>
                  <a:lnTo>
                    <a:pt x="624271" y="547669"/>
                  </a:lnTo>
                  <a:lnTo>
                    <a:pt x="674104" y="533541"/>
                  </a:lnTo>
                  <a:lnTo>
                    <a:pt x="720503" y="515967"/>
                  </a:lnTo>
                  <a:lnTo>
                    <a:pt x="763040" y="495210"/>
                  </a:lnTo>
                  <a:lnTo>
                    <a:pt x="801289" y="471534"/>
                  </a:lnTo>
                  <a:lnTo>
                    <a:pt x="834824" y="445203"/>
                  </a:lnTo>
                  <a:lnTo>
                    <a:pt x="863218" y="416481"/>
                  </a:lnTo>
                  <a:lnTo>
                    <a:pt x="886044" y="385630"/>
                  </a:lnTo>
                  <a:lnTo>
                    <a:pt x="913289" y="318600"/>
                  </a:lnTo>
                  <a:lnTo>
                    <a:pt x="916855" y="28294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51209" y="3397066"/>
              <a:ext cx="916940" cy="567055"/>
            </a:xfrm>
            <a:custGeom>
              <a:avLst/>
              <a:gdLst/>
              <a:ahLst/>
              <a:cxnLst/>
              <a:rect l="l" t="t" r="r" b="b"/>
              <a:pathLst>
                <a:path w="916939" h="567054">
                  <a:moveTo>
                    <a:pt x="458427" y="0"/>
                  </a:moveTo>
                  <a:lnTo>
                    <a:pt x="401013" y="2206"/>
                  </a:lnTo>
                  <a:lnTo>
                    <a:pt x="345702" y="8647"/>
                  </a:lnTo>
                  <a:lnTo>
                    <a:pt x="292927" y="19058"/>
                  </a:lnTo>
                  <a:lnTo>
                    <a:pt x="243121" y="33171"/>
                  </a:lnTo>
                  <a:lnTo>
                    <a:pt x="196718" y="50722"/>
                  </a:lnTo>
                  <a:lnTo>
                    <a:pt x="154152" y="71444"/>
                  </a:lnTo>
                  <a:lnTo>
                    <a:pt x="115854" y="95071"/>
                  </a:lnTo>
                  <a:lnTo>
                    <a:pt x="82260" y="121338"/>
                  </a:lnTo>
                  <a:lnTo>
                    <a:pt x="53802" y="149977"/>
                  </a:lnTo>
                  <a:lnTo>
                    <a:pt x="30913" y="180724"/>
                  </a:lnTo>
                  <a:lnTo>
                    <a:pt x="3579" y="247476"/>
                  </a:lnTo>
                  <a:lnTo>
                    <a:pt x="0" y="282948"/>
                  </a:lnTo>
                  <a:lnTo>
                    <a:pt x="3579" y="318600"/>
                  </a:lnTo>
                  <a:lnTo>
                    <a:pt x="30913" y="385630"/>
                  </a:lnTo>
                  <a:lnTo>
                    <a:pt x="53802" y="416481"/>
                  </a:lnTo>
                  <a:lnTo>
                    <a:pt x="82260" y="445203"/>
                  </a:lnTo>
                  <a:lnTo>
                    <a:pt x="115854" y="471534"/>
                  </a:lnTo>
                  <a:lnTo>
                    <a:pt x="154152" y="495210"/>
                  </a:lnTo>
                  <a:lnTo>
                    <a:pt x="196718" y="515967"/>
                  </a:lnTo>
                  <a:lnTo>
                    <a:pt x="243121" y="533541"/>
                  </a:lnTo>
                  <a:lnTo>
                    <a:pt x="292927" y="547669"/>
                  </a:lnTo>
                  <a:lnTo>
                    <a:pt x="345702" y="558086"/>
                  </a:lnTo>
                  <a:lnTo>
                    <a:pt x="401013" y="564530"/>
                  </a:lnTo>
                  <a:lnTo>
                    <a:pt x="458427" y="566737"/>
                  </a:lnTo>
                  <a:lnTo>
                    <a:pt x="516006" y="564530"/>
                  </a:lnTo>
                  <a:lnTo>
                    <a:pt x="571430" y="558086"/>
                  </a:lnTo>
                  <a:lnTo>
                    <a:pt x="624271" y="547669"/>
                  </a:lnTo>
                  <a:lnTo>
                    <a:pt x="674104" y="533541"/>
                  </a:lnTo>
                  <a:lnTo>
                    <a:pt x="720503" y="515967"/>
                  </a:lnTo>
                  <a:lnTo>
                    <a:pt x="763040" y="495210"/>
                  </a:lnTo>
                  <a:lnTo>
                    <a:pt x="801289" y="471534"/>
                  </a:lnTo>
                  <a:lnTo>
                    <a:pt x="834824" y="445203"/>
                  </a:lnTo>
                  <a:lnTo>
                    <a:pt x="863218" y="416481"/>
                  </a:lnTo>
                  <a:lnTo>
                    <a:pt x="886044" y="385630"/>
                  </a:lnTo>
                  <a:lnTo>
                    <a:pt x="913289" y="318600"/>
                  </a:lnTo>
                  <a:lnTo>
                    <a:pt x="916855" y="282948"/>
                  </a:lnTo>
                  <a:lnTo>
                    <a:pt x="913289" y="247476"/>
                  </a:lnTo>
                  <a:lnTo>
                    <a:pt x="886044" y="180724"/>
                  </a:lnTo>
                  <a:lnTo>
                    <a:pt x="863218" y="149977"/>
                  </a:lnTo>
                  <a:lnTo>
                    <a:pt x="834824" y="121338"/>
                  </a:lnTo>
                  <a:lnTo>
                    <a:pt x="801289" y="95071"/>
                  </a:lnTo>
                  <a:lnTo>
                    <a:pt x="763040" y="71444"/>
                  </a:lnTo>
                  <a:lnTo>
                    <a:pt x="720503" y="50722"/>
                  </a:lnTo>
                  <a:lnTo>
                    <a:pt x="674104" y="33171"/>
                  </a:lnTo>
                  <a:lnTo>
                    <a:pt x="624271" y="19058"/>
                  </a:lnTo>
                  <a:lnTo>
                    <a:pt x="571430" y="8647"/>
                  </a:lnTo>
                  <a:lnTo>
                    <a:pt x="516006" y="2206"/>
                  </a:lnTo>
                  <a:lnTo>
                    <a:pt x="458427" y="0"/>
                  </a:lnTo>
                  <a:close/>
                </a:path>
              </a:pathLst>
            </a:custGeom>
            <a:ln w="20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133299" y="3549770"/>
            <a:ext cx="607695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spc="-20" dirty="0">
                <a:solidFill>
                  <a:srgbClr val="C0C0C0"/>
                </a:solidFill>
                <a:latin typeface="Tahoma"/>
                <a:cs typeface="Tahoma"/>
              </a:rPr>
              <a:t>V.M-</a:t>
            </a:r>
            <a:r>
              <a:rPr sz="1550" b="1" spc="-50" dirty="0">
                <a:solidFill>
                  <a:srgbClr val="C0C0C0"/>
                </a:solidFill>
                <a:latin typeface="Tahoma"/>
                <a:cs typeface="Tahoma"/>
              </a:rPr>
              <a:t>P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25748" y="3542218"/>
            <a:ext cx="607695" cy="260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b="1" spc="-20" dirty="0">
                <a:latin typeface="Tahoma"/>
                <a:cs typeface="Tahoma"/>
              </a:rPr>
              <a:t>V.M-</a:t>
            </a:r>
            <a:r>
              <a:rPr sz="1550" b="1" spc="-50" dirty="0">
                <a:latin typeface="Tahoma"/>
                <a:cs typeface="Tahoma"/>
              </a:rPr>
              <a:t>P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70607" y="5150174"/>
            <a:ext cx="1017905" cy="30480"/>
            <a:chOff x="3870607" y="5150174"/>
            <a:chExt cx="1017905" cy="30480"/>
          </a:xfrm>
        </p:grpSpPr>
        <p:sp>
          <p:nvSpPr>
            <p:cNvPr id="36" name="object 36"/>
            <p:cNvSpPr/>
            <p:nvPr/>
          </p:nvSpPr>
          <p:spPr>
            <a:xfrm>
              <a:off x="3879842" y="5159410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70607" y="5150174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573278" y="4897345"/>
            <a:ext cx="1604010" cy="564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4</a:t>
            </a:r>
            <a:endParaRPr sz="1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LVT-30,</a:t>
            </a:r>
            <a:r>
              <a:rPr sz="1750" b="1" spc="3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28,37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20851" y="5923456"/>
            <a:ext cx="1017905" cy="30480"/>
            <a:chOff x="6020851" y="5923456"/>
            <a:chExt cx="1017905" cy="30480"/>
          </a:xfrm>
        </p:grpSpPr>
        <p:sp>
          <p:nvSpPr>
            <p:cNvPr id="40" name="object 40"/>
            <p:cNvSpPr/>
            <p:nvPr/>
          </p:nvSpPr>
          <p:spPr>
            <a:xfrm>
              <a:off x="6030086" y="5932691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20851" y="5923456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865440" y="5670629"/>
            <a:ext cx="3321685" cy="563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5</a:t>
            </a:r>
            <a:endParaRPr sz="1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</a:t>
            </a: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34,36,39,46,56,57,60,62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16360" y="5812627"/>
            <a:ext cx="1017905" cy="30480"/>
            <a:chOff x="516360" y="5812627"/>
            <a:chExt cx="1017905" cy="30480"/>
          </a:xfrm>
        </p:grpSpPr>
        <p:sp>
          <p:nvSpPr>
            <p:cNvPr id="44" name="object 44"/>
            <p:cNvSpPr/>
            <p:nvPr/>
          </p:nvSpPr>
          <p:spPr>
            <a:xfrm>
              <a:off x="525596" y="5821863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80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6360" y="5812627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80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28878" y="5581734"/>
            <a:ext cx="2093595" cy="564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7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LVT-45,</a:t>
            </a:r>
            <a:r>
              <a:rPr sz="1750" b="1" spc="3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47,</a:t>
            </a:r>
            <a:r>
              <a:rPr sz="1750" b="1" spc="4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48,</a:t>
            </a:r>
            <a:r>
              <a:rPr sz="1750" b="1" spc="4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006500"/>
                </a:solidFill>
                <a:latin typeface="Tahoma"/>
                <a:cs typeface="Tahoma"/>
              </a:rPr>
              <a:t>50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65017" y="6483370"/>
            <a:ext cx="1583055" cy="564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</a:t>
            </a:r>
            <a:r>
              <a:rPr sz="1750" b="1" spc="-25" dirty="0">
                <a:solidFill>
                  <a:srgbClr val="006500"/>
                </a:solidFill>
                <a:latin typeface="Tahoma"/>
                <a:cs typeface="Tahoma"/>
              </a:rPr>
              <a:t>1X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41,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42,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43,</a:t>
            </a:r>
            <a:r>
              <a:rPr sz="1750" b="1" spc="3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006500"/>
                </a:solidFill>
                <a:latin typeface="Tahoma"/>
                <a:cs typeface="Tahoma"/>
              </a:rPr>
              <a:t>44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428132" y="6339063"/>
            <a:ext cx="1017905" cy="30480"/>
            <a:chOff x="3428132" y="6339063"/>
            <a:chExt cx="1017905" cy="30480"/>
          </a:xfrm>
        </p:grpSpPr>
        <p:sp>
          <p:nvSpPr>
            <p:cNvPr id="49" name="object 49"/>
            <p:cNvSpPr/>
            <p:nvPr/>
          </p:nvSpPr>
          <p:spPr>
            <a:xfrm>
              <a:off x="3437367" y="6348299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28132" y="6339063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89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062795" y="6086219"/>
            <a:ext cx="1741170" cy="564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3</a:t>
            </a:r>
            <a:endParaRPr sz="1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LVT-21,</a:t>
            </a:r>
            <a:r>
              <a:rPr sz="1750" b="1" spc="3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22,</a:t>
            </a:r>
            <a:r>
              <a:rPr sz="1750" b="1" spc="4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006500"/>
                </a:solidFill>
                <a:latin typeface="Tahoma"/>
                <a:cs typeface="Tahoma"/>
              </a:rPr>
              <a:t>23,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98464" y="6625254"/>
            <a:ext cx="66992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27,61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195"/>
              </a:spcBef>
            </a:pPr>
            <a:r>
              <a:rPr dirty="0"/>
              <a:t>CAMPO</a:t>
            </a:r>
            <a:r>
              <a:rPr spc="-65" dirty="0"/>
              <a:t> </a:t>
            </a:r>
            <a:r>
              <a:rPr dirty="0"/>
              <a:t>LA</a:t>
            </a:r>
            <a:r>
              <a:rPr spc="-65" dirty="0"/>
              <a:t> </a:t>
            </a:r>
            <a:r>
              <a:rPr spc="-10" dirty="0"/>
              <a:t>VICTORIA </a:t>
            </a:r>
            <a:r>
              <a:rPr dirty="0"/>
              <a:t>UBICACIÓN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POZOS </a:t>
            </a:r>
            <a:r>
              <a:rPr dirty="0"/>
              <a:t>POR</a:t>
            </a:r>
            <a:r>
              <a:rPr spc="-50" dirty="0"/>
              <a:t> </a:t>
            </a:r>
            <a:r>
              <a:rPr spc="-10" dirty="0"/>
              <a:t>CIRCUITO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8184434" y="4250016"/>
            <a:ext cx="11474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ahoma"/>
                <a:cs typeface="Tahoma"/>
              </a:rPr>
              <a:t>Est.</a:t>
            </a:r>
            <a:r>
              <a:rPr sz="2200" b="1" spc="-15" dirty="0">
                <a:latin typeface="Tahoma"/>
                <a:cs typeface="Tahoma"/>
              </a:rPr>
              <a:t> </a:t>
            </a:r>
            <a:r>
              <a:rPr sz="2200" b="1" spc="-25" dirty="0">
                <a:latin typeface="Tahoma"/>
                <a:cs typeface="Tahoma"/>
              </a:rPr>
              <a:t>LVT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967673" y="4391723"/>
            <a:ext cx="3497579" cy="1055370"/>
            <a:chOff x="5967673" y="4391723"/>
            <a:chExt cx="3497579" cy="1055370"/>
          </a:xfrm>
        </p:grpSpPr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54776" y="4677193"/>
              <a:ext cx="1210439" cy="76964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988945" y="4412995"/>
              <a:ext cx="1112520" cy="793115"/>
            </a:xfrm>
            <a:custGeom>
              <a:avLst/>
              <a:gdLst/>
              <a:ahLst/>
              <a:cxnLst/>
              <a:rect l="l" t="t" r="r" b="b"/>
              <a:pathLst>
                <a:path w="1112520" h="793114">
                  <a:moveTo>
                    <a:pt x="556662" y="0"/>
                  </a:moveTo>
                  <a:lnTo>
                    <a:pt x="499769" y="2043"/>
                  </a:lnTo>
                  <a:lnTo>
                    <a:pt x="444515" y="8040"/>
                  </a:lnTo>
                  <a:lnTo>
                    <a:pt x="391179" y="17793"/>
                  </a:lnTo>
                  <a:lnTo>
                    <a:pt x="340042" y="31104"/>
                  </a:lnTo>
                  <a:lnTo>
                    <a:pt x="291385" y="47776"/>
                  </a:lnTo>
                  <a:lnTo>
                    <a:pt x="245487" y="67610"/>
                  </a:lnTo>
                  <a:lnTo>
                    <a:pt x="202630" y="90407"/>
                  </a:lnTo>
                  <a:lnTo>
                    <a:pt x="163094" y="115971"/>
                  </a:lnTo>
                  <a:lnTo>
                    <a:pt x="127159" y="144102"/>
                  </a:lnTo>
                  <a:lnTo>
                    <a:pt x="95105" y="174604"/>
                  </a:lnTo>
                  <a:lnTo>
                    <a:pt x="67213" y="207278"/>
                  </a:lnTo>
                  <a:lnTo>
                    <a:pt x="43764" y="241926"/>
                  </a:lnTo>
                  <a:lnTo>
                    <a:pt x="25038" y="278349"/>
                  </a:lnTo>
                  <a:lnTo>
                    <a:pt x="11315" y="316351"/>
                  </a:lnTo>
                  <a:lnTo>
                    <a:pt x="2875" y="355732"/>
                  </a:lnTo>
                  <a:lnTo>
                    <a:pt x="0" y="396296"/>
                  </a:lnTo>
                  <a:lnTo>
                    <a:pt x="2875" y="436859"/>
                  </a:lnTo>
                  <a:lnTo>
                    <a:pt x="11315" y="476241"/>
                  </a:lnTo>
                  <a:lnTo>
                    <a:pt x="25038" y="514243"/>
                  </a:lnTo>
                  <a:lnTo>
                    <a:pt x="43764" y="550666"/>
                  </a:lnTo>
                  <a:lnTo>
                    <a:pt x="67213" y="585314"/>
                  </a:lnTo>
                  <a:lnTo>
                    <a:pt x="95105" y="617988"/>
                  </a:lnTo>
                  <a:lnTo>
                    <a:pt x="127159" y="648489"/>
                  </a:lnTo>
                  <a:lnTo>
                    <a:pt x="163094" y="676621"/>
                  </a:lnTo>
                  <a:lnTo>
                    <a:pt x="202630" y="702185"/>
                  </a:lnTo>
                  <a:lnTo>
                    <a:pt x="245487" y="724982"/>
                  </a:lnTo>
                  <a:lnTo>
                    <a:pt x="291385" y="744816"/>
                  </a:lnTo>
                  <a:lnTo>
                    <a:pt x="340042" y="761487"/>
                  </a:lnTo>
                  <a:lnTo>
                    <a:pt x="391179" y="774799"/>
                  </a:lnTo>
                  <a:lnTo>
                    <a:pt x="444515" y="784552"/>
                  </a:lnTo>
                  <a:lnTo>
                    <a:pt x="499769" y="790549"/>
                  </a:lnTo>
                  <a:lnTo>
                    <a:pt x="556662" y="792592"/>
                  </a:lnTo>
                  <a:lnTo>
                    <a:pt x="613545" y="790549"/>
                  </a:lnTo>
                  <a:lnTo>
                    <a:pt x="668773" y="784552"/>
                  </a:lnTo>
                  <a:lnTo>
                    <a:pt x="722067" y="774799"/>
                  </a:lnTo>
                  <a:lnTo>
                    <a:pt x="773150" y="761487"/>
                  </a:lnTo>
                  <a:lnTo>
                    <a:pt x="821744" y="744816"/>
                  </a:lnTo>
                  <a:lnTo>
                    <a:pt x="867570" y="724982"/>
                  </a:lnTo>
                  <a:lnTo>
                    <a:pt x="910352" y="702185"/>
                  </a:lnTo>
                  <a:lnTo>
                    <a:pt x="949810" y="676621"/>
                  </a:lnTo>
                  <a:lnTo>
                    <a:pt x="985666" y="648489"/>
                  </a:lnTo>
                  <a:lnTo>
                    <a:pt x="1017644" y="617988"/>
                  </a:lnTo>
                  <a:lnTo>
                    <a:pt x="1045465" y="585314"/>
                  </a:lnTo>
                  <a:lnTo>
                    <a:pt x="1068851" y="550666"/>
                  </a:lnTo>
                  <a:lnTo>
                    <a:pt x="1087523" y="514243"/>
                  </a:lnTo>
                  <a:lnTo>
                    <a:pt x="1101205" y="476241"/>
                  </a:lnTo>
                  <a:lnTo>
                    <a:pt x="1109618" y="436859"/>
                  </a:lnTo>
                  <a:lnTo>
                    <a:pt x="1112484" y="396296"/>
                  </a:lnTo>
                  <a:lnTo>
                    <a:pt x="1109618" y="355732"/>
                  </a:lnTo>
                  <a:lnTo>
                    <a:pt x="1101205" y="316351"/>
                  </a:lnTo>
                  <a:lnTo>
                    <a:pt x="1087523" y="278349"/>
                  </a:lnTo>
                  <a:lnTo>
                    <a:pt x="1068851" y="241926"/>
                  </a:lnTo>
                  <a:lnTo>
                    <a:pt x="1045465" y="207278"/>
                  </a:lnTo>
                  <a:lnTo>
                    <a:pt x="1017644" y="174604"/>
                  </a:lnTo>
                  <a:lnTo>
                    <a:pt x="985666" y="144102"/>
                  </a:lnTo>
                  <a:lnTo>
                    <a:pt x="949810" y="115971"/>
                  </a:lnTo>
                  <a:lnTo>
                    <a:pt x="910352" y="90407"/>
                  </a:lnTo>
                  <a:lnTo>
                    <a:pt x="867570" y="67610"/>
                  </a:lnTo>
                  <a:lnTo>
                    <a:pt x="821744" y="47776"/>
                  </a:lnTo>
                  <a:lnTo>
                    <a:pt x="773150" y="31104"/>
                  </a:lnTo>
                  <a:lnTo>
                    <a:pt x="722067" y="17793"/>
                  </a:lnTo>
                  <a:lnTo>
                    <a:pt x="668773" y="8040"/>
                  </a:lnTo>
                  <a:lnTo>
                    <a:pt x="613545" y="2043"/>
                  </a:lnTo>
                  <a:lnTo>
                    <a:pt x="556662" y="0"/>
                  </a:lnTo>
                  <a:close/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081206" y="4556468"/>
            <a:ext cx="930910" cy="49466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327025">
              <a:lnSpc>
                <a:spcPts val="1839"/>
              </a:lnSpc>
              <a:spcBef>
                <a:spcPts val="165"/>
              </a:spcBef>
            </a:pPr>
            <a:r>
              <a:rPr sz="1550" b="1" spc="-25" dirty="0">
                <a:latin typeface="Times New Roman"/>
                <a:cs typeface="Times New Roman"/>
              </a:rPr>
              <a:t>Q2 </a:t>
            </a:r>
            <a:r>
              <a:rPr sz="1550" b="1" spc="-20" dirty="0">
                <a:latin typeface="Times New Roman"/>
                <a:cs typeface="Times New Roman"/>
              </a:rPr>
              <a:t>MODULO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86347" y="4391723"/>
            <a:ext cx="1197610" cy="1982470"/>
            <a:chOff x="886347" y="4391723"/>
            <a:chExt cx="1197610" cy="1982470"/>
          </a:xfrm>
        </p:grpSpPr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5261" y="6184995"/>
              <a:ext cx="188912" cy="18891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07619" y="4412995"/>
              <a:ext cx="1155065" cy="1032510"/>
            </a:xfrm>
            <a:custGeom>
              <a:avLst/>
              <a:gdLst/>
              <a:ahLst/>
              <a:cxnLst/>
              <a:rect l="l" t="t" r="r" b="b"/>
              <a:pathLst>
                <a:path w="1155064" h="1032510">
                  <a:moveTo>
                    <a:pt x="577652" y="0"/>
                  </a:moveTo>
                  <a:lnTo>
                    <a:pt x="527807" y="1893"/>
                  </a:lnTo>
                  <a:lnTo>
                    <a:pt x="479139" y="7469"/>
                  </a:lnTo>
                  <a:lnTo>
                    <a:pt x="431823" y="16574"/>
                  </a:lnTo>
                  <a:lnTo>
                    <a:pt x="386032" y="29055"/>
                  </a:lnTo>
                  <a:lnTo>
                    <a:pt x="341939" y="44756"/>
                  </a:lnTo>
                  <a:lnTo>
                    <a:pt x="299717" y="63523"/>
                  </a:lnTo>
                  <a:lnTo>
                    <a:pt x="259540" y="85202"/>
                  </a:lnTo>
                  <a:lnTo>
                    <a:pt x="221581" y="109640"/>
                  </a:lnTo>
                  <a:lnTo>
                    <a:pt x="186014" y="136681"/>
                  </a:lnTo>
                  <a:lnTo>
                    <a:pt x="153011" y="166171"/>
                  </a:lnTo>
                  <a:lnTo>
                    <a:pt x="122747" y="197957"/>
                  </a:lnTo>
                  <a:lnTo>
                    <a:pt x="95393" y="231883"/>
                  </a:lnTo>
                  <a:lnTo>
                    <a:pt x="71125" y="267797"/>
                  </a:lnTo>
                  <a:lnTo>
                    <a:pt x="50114" y="305543"/>
                  </a:lnTo>
                  <a:lnTo>
                    <a:pt x="32535" y="344967"/>
                  </a:lnTo>
                  <a:lnTo>
                    <a:pt x="18561" y="385915"/>
                  </a:lnTo>
                  <a:lnTo>
                    <a:pt x="8365" y="428232"/>
                  </a:lnTo>
                  <a:lnTo>
                    <a:pt x="2120" y="471766"/>
                  </a:lnTo>
                  <a:lnTo>
                    <a:pt x="0" y="516360"/>
                  </a:lnTo>
                  <a:lnTo>
                    <a:pt x="2120" y="560829"/>
                  </a:lnTo>
                  <a:lnTo>
                    <a:pt x="8365" y="604250"/>
                  </a:lnTo>
                  <a:lnTo>
                    <a:pt x="18561" y="646468"/>
                  </a:lnTo>
                  <a:lnTo>
                    <a:pt x="32535" y="687328"/>
                  </a:lnTo>
                  <a:lnTo>
                    <a:pt x="50114" y="726674"/>
                  </a:lnTo>
                  <a:lnTo>
                    <a:pt x="71125" y="764353"/>
                  </a:lnTo>
                  <a:lnTo>
                    <a:pt x="95393" y="800209"/>
                  </a:lnTo>
                  <a:lnTo>
                    <a:pt x="122747" y="834087"/>
                  </a:lnTo>
                  <a:lnTo>
                    <a:pt x="153011" y="865832"/>
                  </a:lnTo>
                  <a:lnTo>
                    <a:pt x="186014" y="895289"/>
                  </a:lnTo>
                  <a:lnTo>
                    <a:pt x="221581" y="922304"/>
                  </a:lnTo>
                  <a:lnTo>
                    <a:pt x="259540" y="946721"/>
                  </a:lnTo>
                  <a:lnTo>
                    <a:pt x="299717" y="968384"/>
                  </a:lnTo>
                  <a:lnTo>
                    <a:pt x="341939" y="987141"/>
                  </a:lnTo>
                  <a:lnTo>
                    <a:pt x="386032" y="1002834"/>
                  </a:lnTo>
                  <a:lnTo>
                    <a:pt x="431823" y="1015310"/>
                  </a:lnTo>
                  <a:lnTo>
                    <a:pt x="479139" y="1024413"/>
                  </a:lnTo>
                  <a:lnTo>
                    <a:pt x="527807" y="1029989"/>
                  </a:lnTo>
                  <a:lnTo>
                    <a:pt x="577652" y="1031882"/>
                  </a:lnTo>
                  <a:lnTo>
                    <a:pt x="627372" y="1029989"/>
                  </a:lnTo>
                  <a:lnTo>
                    <a:pt x="675926" y="1024413"/>
                  </a:lnTo>
                  <a:lnTo>
                    <a:pt x="723142" y="1015310"/>
                  </a:lnTo>
                  <a:lnTo>
                    <a:pt x="768845" y="1002834"/>
                  </a:lnTo>
                  <a:lnTo>
                    <a:pt x="812861" y="987141"/>
                  </a:lnTo>
                  <a:lnTo>
                    <a:pt x="855016" y="968384"/>
                  </a:lnTo>
                  <a:lnTo>
                    <a:pt x="895135" y="946721"/>
                  </a:lnTo>
                  <a:lnTo>
                    <a:pt x="933046" y="922304"/>
                  </a:lnTo>
                  <a:lnTo>
                    <a:pt x="968573" y="895289"/>
                  </a:lnTo>
                  <a:lnTo>
                    <a:pt x="1001542" y="865832"/>
                  </a:lnTo>
                  <a:lnTo>
                    <a:pt x="1031780" y="834087"/>
                  </a:lnTo>
                  <a:lnTo>
                    <a:pt x="1059113" y="800209"/>
                  </a:lnTo>
                  <a:lnTo>
                    <a:pt x="1083366" y="764353"/>
                  </a:lnTo>
                  <a:lnTo>
                    <a:pt x="1104365" y="726674"/>
                  </a:lnTo>
                  <a:lnTo>
                    <a:pt x="1121937" y="687328"/>
                  </a:lnTo>
                  <a:lnTo>
                    <a:pt x="1135907" y="646468"/>
                  </a:lnTo>
                  <a:lnTo>
                    <a:pt x="1146101" y="604250"/>
                  </a:lnTo>
                  <a:lnTo>
                    <a:pt x="1152345" y="560829"/>
                  </a:lnTo>
                  <a:lnTo>
                    <a:pt x="1154465" y="516360"/>
                  </a:lnTo>
                  <a:lnTo>
                    <a:pt x="1152345" y="471766"/>
                  </a:lnTo>
                  <a:lnTo>
                    <a:pt x="1146101" y="428232"/>
                  </a:lnTo>
                  <a:lnTo>
                    <a:pt x="1135907" y="385915"/>
                  </a:lnTo>
                  <a:lnTo>
                    <a:pt x="1121937" y="344967"/>
                  </a:lnTo>
                  <a:lnTo>
                    <a:pt x="1104365" y="305543"/>
                  </a:lnTo>
                  <a:lnTo>
                    <a:pt x="1083366" y="267797"/>
                  </a:lnTo>
                  <a:lnTo>
                    <a:pt x="1059113" y="231883"/>
                  </a:lnTo>
                  <a:lnTo>
                    <a:pt x="1031780" y="197957"/>
                  </a:lnTo>
                  <a:lnTo>
                    <a:pt x="1001542" y="166171"/>
                  </a:lnTo>
                  <a:lnTo>
                    <a:pt x="968573" y="136681"/>
                  </a:lnTo>
                  <a:lnTo>
                    <a:pt x="933046" y="109640"/>
                  </a:lnTo>
                  <a:lnTo>
                    <a:pt x="895135" y="85202"/>
                  </a:lnTo>
                  <a:lnTo>
                    <a:pt x="855016" y="63523"/>
                  </a:lnTo>
                  <a:lnTo>
                    <a:pt x="812861" y="44756"/>
                  </a:lnTo>
                  <a:lnTo>
                    <a:pt x="768845" y="29055"/>
                  </a:lnTo>
                  <a:lnTo>
                    <a:pt x="723142" y="16574"/>
                  </a:lnTo>
                  <a:lnTo>
                    <a:pt x="675926" y="7469"/>
                  </a:lnTo>
                  <a:lnTo>
                    <a:pt x="627372" y="1893"/>
                  </a:lnTo>
                  <a:lnTo>
                    <a:pt x="577652" y="0"/>
                  </a:lnTo>
                  <a:close/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65451" y="4675693"/>
            <a:ext cx="1038860" cy="49466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381000">
              <a:lnSpc>
                <a:spcPts val="1839"/>
              </a:lnSpc>
              <a:spcBef>
                <a:spcPts val="165"/>
              </a:spcBef>
            </a:pPr>
            <a:r>
              <a:rPr sz="1550" b="1" spc="-25" dirty="0">
                <a:latin typeface="Times New Roman"/>
                <a:cs typeface="Times New Roman"/>
              </a:rPr>
              <a:t>Q3 </a:t>
            </a:r>
            <a:r>
              <a:rPr sz="1550" b="1" spc="-20" dirty="0">
                <a:latin typeface="Times New Roman"/>
                <a:cs typeface="Times New Roman"/>
              </a:rPr>
              <a:t>TURBINAS</a:t>
            </a:r>
            <a:endParaRPr sz="1550" dirty="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187933" y="1320708"/>
            <a:ext cx="1017905" cy="30480"/>
            <a:chOff x="6187933" y="1320708"/>
            <a:chExt cx="1017905" cy="30480"/>
          </a:xfrm>
        </p:grpSpPr>
        <p:sp>
          <p:nvSpPr>
            <p:cNvPr id="64" name="object 64"/>
            <p:cNvSpPr/>
            <p:nvPr/>
          </p:nvSpPr>
          <p:spPr>
            <a:xfrm>
              <a:off x="6197169" y="1329943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90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87933" y="1320708"/>
              <a:ext cx="1008380" cy="21590"/>
            </a:xfrm>
            <a:custGeom>
              <a:avLst/>
              <a:gdLst/>
              <a:ahLst/>
              <a:cxnLst/>
              <a:rect l="l" t="t" r="r" b="b"/>
              <a:pathLst>
                <a:path w="1008379" h="21590">
                  <a:moveTo>
                    <a:pt x="1008372" y="20990"/>
                  </a:moveTo>
                  <a:lnTo>
                    <a:pt x="1008372" y="0"/>
                  </a:lnTo>
                  <a:lnTo>
                    <a:pt x="0" y="0"/>
                  </a:lnTo>
                  <a:lnTo>
                    <a:pt x="0" y="20990"/>
                  </a:lnTo>
                  <a:lnTo>
                    <a:pt x="1008372" y="209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175233" y="1067879"/>
            <a:ext cx="1035050" cy="564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0985" marR="5080" indent="-248920">
              <a:lnSpc>
                <a:spcPct val="101099"/>
              </a:lnSpc>
              <a:spcBef>
                <a:spcPts val="90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8 </a:t>
            </a:r>
            <a:r>
              <a:rPr sz="1750" b="1" spc="-20" dirty="0">
                <a:solidFill>
                  <a:srgbClr val="006500"/>
                </a:solidFill>
                <a:latin typeface="Tahoma"/>
                <a:cs typeface="Tahoma"/>
              </a:rPr>
              <a:t>LVT-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287768" y="1520744"/>
            <a:ext cx="2882900" cy="12750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R="61594" algn="ctr">
              <a:lnSpc>
                <a:spcPct val="100000"/>
              </a:lnSpc>
              <a:spcBef>
                <a:spcPts val="790"/>
              </a:spcBef>
            </a:pPr>
            <a:r>
              <a:rPr sz="1750" b="1" spc="-10" dirty="0">
                <a:solidFill>
                  <a:srgbClr val="006500"/>
                </a:solidFill>
                <a:latin typeface="Tahoma"/>
                <a:cs typeface="Tahoma"/>
              </a:rPr>
              <a:t>51,52,53,54,55,58,59,63</a:t>
            </a:r>
            <a:endParaRPr sz="1750">
              <a:latin typeface="Tahoma"/>
              <a:cs typeface="Tahoma"/>
            </a:endParaRPr>
          </a:p>
          <a:p>
            <a:pPr marL="93345" algn="ctr">
              <a:lnSpc>
                <a:spcPct val="100000"/>
              </a:lnSpc>
              <a:spcBef>
                <a:spcPts val="700"/>
              </a:spcBef>
            </a:pPr>
            <a:r>
              <a:rPr sz="1750" b="1" dirty="0">
                <a:latin typeface="Tahoma"/>
                <a:cs typeface="Tahoma"/>
              </a:rPr>
              <a:t>Cluster</a:t>
            </a:r>
            <a:r>
              <a:rPr sz="1750" b="1" spc="35" dirty="0">
                <a:latin typeface="Tahoma"/>
                <a:cs typeface="Tahoma"/>
              </a:rPr>
              <a:t> </a:t>
            </a:r>
            <a:r>
              <a:rPr sz="1750" b="1" spc="-50" dirty="0">
                <a:latin typeface="Tahoma"/>
                <a:cs typeface="Tahoma"/>
              </a:rPr>
              <a:t>2</a:t>
            </a:r>
            <a:endParaRPr sz="1750">
              <a:latin typeface="Tahoma"/>
              <a:cs typeface="Tahoma"/>
            </a:endParaRPr>
          </a:p>
          <a:p>
            <a:pPr marL="29209" algn="ctr">
              <a:lnSpc>
                <a:spcPct val="100000"/>
              </a:lnSpc>
              <a:spcBef>
                <a:spcPts val="20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LVT-</a:t>
            </a:r>
            <a:r>
              <a:rPr sz="1750" b="1" spc="1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10,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11,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12,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13,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006500"/>
                </a:solidFill>
                <a:latin typeface="Tahoma"/>
                <a:cs typeface="Tahoma"/>
              </a:rPr>
              <a:t>14,</a:t>
            </a:r>
            <a:endParaRPr sz="1750">
              <a:latin typeface="Tahoma"/>
              <a:cs typeface="Tahoma"/>
            </a:endParaRPr>
          </a:p>
          <a:p>
            <a:pPr marL="95250" algn="ctr">
              <a:lnSpc>
                <a:spcPct val="100000"/>
              </a:lnSpc>
              <a:spcBef>
                <a:spcPts val="25"/>
              </a:spcBef>
            </a:pP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16,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17,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18,</a:t>
            </a:r>
            <a:r>
              <a:rPr sz="1750" b="1" spc="3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20,</a:t>
            </a:r>
            <a:r>
              <a:rPr sz="1750" b="1" spc="25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006500"/>
                </a:solidFill>
                <a:latin typeface="Tahoma"/>
                <a:cs typeface="Tahoma"/>
              </a:rPr>
              <a:t>26,</a:t>
            </a:r>
            <a:r>
              <a:rPr sz="1750" b="1" spc="30" dirty="0">
                <a:solidFill>
                  <a:srgbClr val="006500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006500"/>
                </a:solidFill>
                <a:latin typeface="Tahoma"/>
                <a:cs typeface="Tahoma"/>
              </a:rPr>
              <a:t>15,32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145551" y="1066725"/>
            <a:ext cx="4768850" cy="5113020"/>
            <a:chOff x="5145551" y="1066725"/>
            <a:chExt cx="4768850" cy="5113020"/>
          </a:xfrm>
        </p:grpSpPr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37396" y="1066725"/>
              <a:ext cx="188912" cy="18891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161294" y="1103435"/>
              <a:ext cx="697230" cy="1193165"/>
            </a:xfrm>
            <a:custGeom>
              <a:avLst/>
              <a:gdLst/>
              <a:ahLst/>
              <a:cxnLst/>
              <a:rect l="l" t="t" r="r" b="b"/>
              <a:pathLst>
                <a:path w="697229" h="1193164">
                  <a:moveTo>
                    <a:pt x="61926" y="1192900"/>
                  </a:moveTo>
                  <a:lnTo>
                    <a:pt x="54835" y="1132480"/>
                  </a:lnTo>
                  <a:lnTo>
                    <a:pt x="47849" y="1072215"/>
                  </a:lnTo>
                  <a:lnTo>
                    <a:pt x="41046" y="1012239"/>
                  </a:lnTo>
                  <a:lnTo>
                    <a:pt x="34502" y="952689"/>
                  </a:lnTo>
                  <a:lnTo>
                    <a:pt x="28295" y="893699"/>
                  </a:lnTo>
                  <a:lnTo>
                    <a:pt x="22502" y="835405"/>
                  </a:lnTo>
                  <a:lnTo>
                    <a:pt x="17199" y="777943"/>
                  </a:lnTo>
                  <a:lnTo>
                    <a:pt x="12464" y="721447"/>
                  </a:lnTo>
                  <a:lnTo>
                    <a:pt x="8374" y="666054"/>
                  </a:lnTo>
                  <a:lnTo>
                    <a:pt x="5005" y="611898"/>
                  </a:lnTo>
                  <a:lnTo>
                    <a:pt x="2435" y="559115"/>
                  </a:lnTo>
                  <a:lnTo>
                    <a:pt x="741" y="507841"/>
                  </a:lnTo>
                  <a:lnTo>
                    <a:pt x="0" y="458210"/>
                  </a:lnTo>
                  <a:lnTo>
                    <a:pt x="288" y="410358"/>
                  </a:lnTo>
                  <a:lnTo>
                    <a:pt x="1683" y="364421"/>
                  </a:lnTo>
                  <a:lnTo>
                    <a:pt x="4261" y="320534"/>
                  </a:lnTo>
                  <a:lnTo>
                    <a:pt x="8101" y="278832"/>
                  </a:lnTo>
                  <a:lnTo>
                    <a:pt x="13278" y="239451"/>
                  </a:lnTo>
                  <a:lnTo>
                    <a:pt x="27954" y="168192"/>
                  </a:lnTo>
                  <a:lnTo>
                    <a:pt x="48905" y="107841"/>
                  </a:lnTo>
                  <a:lnTo>
                    <a:pt x="87284" y="49913"/>
                  </a:lnTo>
                  <a:lnTo>
                    <a:pt x="119955" y="26598"/>
                  </a:lnTo>
                  <a:lnTo>
                    <a:pt x="158810" y="11164"/>
                  </a:lnTo>
                  <a:lnTo>
                    <a:pt x="202721" y="2627"/>
                  </a:lnTo>
                  <a:lnTo>
                    <a:pt x="250559" y="0"/>
                  </a:lnTo>
                  <a:lnTo>
                    <a:pt x="301195" y="2298"/>
                  </a:lnTo>
                  <a:lnTo>
                    <a:pt x="353502" y="8537"/>
                  </a:lnTo>
                  <a:lnTo>
                    <a:pt x="406350" y="17732"/>
                  </a:lnTo>
                  <a:lnTo>
                    <a:pt x="458612" y="28897"/>
                  </a:lnTo>
                  <a:lnTo>
                    <a:pt x="509159" y="41047"/>
                  </a:lnTo>
                  <a:lnTo>
                    <a:pt x="556862" y="53197"/>
                  </a:lnTo>
                  <a:lnTo>
                    <a:pt x="600594" y="64362"/>
                  </a:lnTo>
                  <a:lnTo>
                    <a:pt x="639225" y="73557"/>
                  </a:lnTo>
                  <a:lnTo>
                    <a:pt x="671627" y="79796"/>
                  </a:lnTo>
                  <a:lnTo>
                    <a:pt x="696672" y="82095"/>
                  </a:lnTo>
                </a:path>
              </a:pathLst>
            </a:custGeom>
            <a:ln w="31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885604" y="5523801"/>
              <a:ext cx="1007744" cy="635000"/>
            </a:xfrm>
            <a:custGeom>
              <a:avLst/>
              <a:gdLst/>
              <a:ahLst/>
              <a:cxnLst/>
              <a:rect l="l" t="t" r="r" b="b"/>
              <a:pathLst>
                <a:path w="1007745" h="635000">
                  <a:moveTo>
                    <a:pt x="503766" y="0"/>
                  </a:moveTo>
                  <a:lnTo>
                    <a:pt x="445074" y="2132"/>
                  </a:lnTo>
                  <a:lnTo>
                    <a:pt x="388355" y="8371"/>
                  </a:lnTo>
                  <a:lnTo>
                    <a:pt x="333990" y="18480"/>
                  </a:lnTo>
                  <a:lnTo>
                    <a:pt x="282359" y="32223"/>
                  </a:lnTo>
                  <a:lnTo>
                    <a:pt x="233841" y="49362"/>
                  </a:lnTo>
                  <a:lnTo>
                    <a:pt x="188817" y="69660"/>
                  </a:lnTo>
                  <a:lnTo>
                    <a:pt x="147666" y="92881"/>
                  </a:lnTo>
                  <a:lnTo>
                    <a:pt x="110769" y="118789"/>
                  </a:lnTo>
                  <a:lnTo>
                    <a:pt x="78507" y="147145"/>
                  </a:lnTo>
                  <a:lnTo>
                    <a:pt x="51257" y="177713"/>
                  </a:lnTo>
                  <a:lnTo>
                    <a:pt x="29402" y="210257"/>
                  </a:lnTo>
                  <a:lnTo>
                    <a:pt x="3393" y="280323"/>
                  </a:lnTo>
                  <a:lnTo>
                    <a:pt x="0" y="317372"/>
                  </a:lnTo>
                  <a:lnTo>
                    <a:pt x="3393" y="354422"/>
                  </a:lnTo>
                  <a:lnTo>
                    <a:pt x="29402" y="424488"/>
                  </a:lnTo>
                  <a:lnTo>
                    <a:pt x="51257" y="457032"/>
                  </a:lnTo>
                  <a:lnTo>
                    <a:pt x="78507" y="487600"/>
                  </a:lnTo>
                  <a:lnTo>
                    <a:pt x="110769" y="515956"/>
                  </a:lnTo>
                  <a:lnTo>
                    <a:pt x="147666" y="541864"/>
                  </a:lnTo>
                  <a:lnTo>
                    <a:pt x="188817" y="565085"/>
                  </a:lnTo>
                  <a:lnTo>
                    <a:pt x="233841" y="585383"/>
                  </a:lnTo>
                  <a:lnTo>
                    <a:pt x="282359" y="602522"/>
                  </a:lnTo>
                  <a:lnTo>
                    <a:pt x="333990" y="616265"/>
                  </a:lnTo>
                  <a:lnTo>
                    <a:pt x="388355" y="626374"/>
                  </a:lnTo>
                  <a:lnTo>
                    <a:pt x="445074" y="632613"/>
                  </a:lnTo>
                  <a:lnTo>
                    <a:pt x="503766" y="634745"/>
                  </a:lnTo>
                  <a:lnTo>
                    <a:pt x="562614" y="632613"/>
                  </a:lnTo>
                  <a:lnTo>
                    <a:pt x="619442" y="626374"/>
                  </a:lnTo>
                  <a:lnTo>
                    <a:pt x="673876" y="616265"/>
                  </a:lnTo>
                  <a:lnTo>
                    <a:pt x="725541" y="602522"/>
                  </a:lnTo>
                  <a:lnTo>
                    <a:pt x="774063" y="585383"/>
                  </a:lnTo>
                  <a:lnTo>
                    <a:pt x="819068" y="565085"/>
                  </a:lnTo>
                  <a:lnTo>
                    <a:pt x="860181" y="541864"/>
                  </a:lnTo>
                  <a:lnTo>
                    <a:pt x="897027" y="515956"/>
                  </a:lnTo>
                  <a:lnTo>
                    <a:pt x="929232" y="487600"/>
                  </a:lnTo>
                  <a:lnTo>
                    <a:pt x="956422" y="457032"/>
                  </a:lnTo>
                  <a:lnTo>
                    <a:pt x="978221" y="424488"/>
                  </a:lnTo>
                  <a:lnTo>
                    <a:pt x="1004151" y="354422"/>
                  </a:lnTo>
                  <a:lnTo>
                    <a:pt x="1007533" y="317372"/>
                  </a:lnTo>
                  <a:lnTo>
                    <a:pt x="1004151" y="280323"/>
                  </a:lnTo>
                  <a:lnTo>
                    <a:pt x="978221" y="210257"/>
                  </a:lnTo>
                  <a:lnTo>
                    <a:pt x="956422" y="177713"/>
                  </a:lnTo>
                  <a:lnTo>
                    <a:pt x="929232" y="147145"/>
                  </a:lnTo>
                  <a:lnTo>
                    <a:pt x="897027" y="118789"/>
                  </a:lnTo>
                  <a:lnTo>
                    <a:pt x="860181" y="92881"/>
                  </a:lnTo>
                  <a:lnTo>
                    <a:pt x="819068" y="69660"/>
                  </a:lnTo>
                  <a:lnTo>
                    <a:pt x="774063" y="49362"/>
                  </a:lnTo>
                  <a:lnTo>
                    <a:pt x="725541" y="32223"/>
                  </a:lnTo>
                  <a:lnTo>
                    <a:pt x="673876" y="18480"/>
                  </a:lnTo>
                  <a:lnTo>
                    <a:pt x="619442" y="8371"/>
                  </a:lnTo>
                  <a:lnTo>
                    <a:pt x="562614" y="2132"/>
                  </a:lnTo>
                  <a:lnTo>
                    <a:pt x="503766" y="0"/>
                  </a:lnTo>
                  <a:close/>
                </a:path>
              </a:pathLst>
            </a:custGeom>
            <a:ln w="41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9029072" y="5721004"/>
            <a:ext cx="72326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10" dirty="0">
                <a:latin typeface="Times New Roman"/>
                <a:cs typeface="Times New Roman"/>
              </a:rPr>
              <a:t>CADAFE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758</Words>
  <Application>Microsoft Office PowerPoint</Application>
  <PresentationFormat>Personalizado</PresentationFormat>
  <Paragraphs>137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Office Theme</vt:lpstr>
      <vt:lpstr>GERENCIA DE EXPLOTACION DE YACIMIENTOS APURE</vt:lpstr>
      <vt:lpstr>Presentación de PowerPoint</vt:lpstr>
      <vt:lpstr>CAMPO LA VICTORIA UBICACIÓN DE POZOS POR CIRCUITO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wptic755_pozos</dc:title>
  <dc:creator>Administrador</dc:creator>
  <cp:lastModifiedBy>GUERRERO B NAYALI J</cp:lastModifiedBy>
  <cp:revision>2</cp:revision>
  <cp:lastPrinted>2025-10-09T19:56:32Z</cp:lastPrinted>
  <dcterms:created xsi:type="dcterms:W3CDTF">2025-10-09T18:54:54Z</dcterms:created>
  <dcterms:modified xsi:type="dcterms:W3CDTF">2025-10-10T12:19:45Z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2025-10-09T00:00:00Z</vt:filetime>
  </property>
  <property fmtid="{D5CDD505-2E9C-101B-9397-08002B2CF9AE}" pid="5" name="Producer">
    <vt:lpwstr>Acrobat Distiller 5.0 (Windows)</vt:lpwstr>
  </property>
</Properties>
</file>